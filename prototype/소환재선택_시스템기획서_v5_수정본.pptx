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3" r:id="rId9"/>
    <p:sldId id="274" r:id="rId10"/>
    <p:sldId id="27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대승 고" userId="8296c006db2f14ee" providerId="LiveId" clId="{F997F1B9-429E-4192-954F-F4CED232CDE9}"/>
    <pc:docChg chg="custSel addSld delSld modSld">
      <pc:chgData name="대승 고" userId="8296c006db2f14ee" providerId="LiveId" clId="{F997F1B9-429E-4192-954F-F4CED232CDE9}" dt="2026-05-02T15:54:33.234" v="5002" actId="14734"/>
      <pc:docMkLst>
        <pc:docMk/>
      </pc:docMkLst>
      <pc:sldChg chg="modSp mod">
        <pc:chgData name="대승 고" userId="8296c006db2f14ee" providerId="LiveId" clId="{F997F1B9-429E-4192-954F-F4CED232CDE9}" dt="2026-05-02T15:52:52.149" v="4019" actId="947"/>
        <pc:sldMkLst>
          <pc:docMk/>
          <pc:sldMk cId="0" sldId="256"/>
        </pc:sldMkLst>
        <pc:spChg chg="mod">
          <ac:chgData name="대승 고" userId="8296c006db2f14ee" providerId="LiveId" clId="{F997F1B9-429E-4192-954F-F4CED232CDE9}" dt="2026-05-02T15:52:52.115" v="4003" actId="947"/>
          <ac:spMkLst>
            <pc:docMk/>
            <pc:sldMk cId="0" sldId="256"/>
            <ac:spMk id="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122" v="4007" actId="947"/>
          <ac:spMkLst>
            <pc:docMk/>
            <pc:sldMk cId="0" sldId="256"/>
            <ac:spMk id="4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130" v="4011" actId="947"/>
          <ac:spMkLst>
            <pc:docMk/>
            <pc:sldMk cId="0" sldId="256"/>
            <ac:spMk id="5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140" v="4015" actId="947"/>
          <ac:spMkLst>
            <pc:docMk/>
            <pc:sldMk cId="0" sldId="256"/>
            <ac:spMk id="7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149" v="4019" actId="94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 setBg">
        <pc:chgData name="대승 고" userId="8296c006db2f14ee" providerId="LiveId" clId="{F997F1B9-429E-4192-954F-F4CED232CDE9}" dt="2026-05-02T15:52:52.369" v="4127" actId="947"/>
        <pc:sldMkLst>
          <pc:docMk/>
          <pc:sldMk cId="0" sldId="257"/>
        </pc:sldMkLst>
        <pc:spChg chg="del mod">
          <ac:chgData name="대승 고" userId="8296c006db2f14ee" providerId="LiveId" clId="{F997F1B9-429E-4192-954F-F4CED232CDE9}" dt="2026-05-02T15:52:48.115" v="1691"/>
          <ac:spMkLst>
            <pc:docMk/>
            <pc:sldMk cId="0" sldId="257"/>
            <ac:spMk id="2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114" v="1689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113" v="1687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112" v="1685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111" v="1683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109" v="1681"/>
          <ac:spMkLst>
            <pc:docMk/>
            <pc:sldMk cId="0" sldId="257"/>
            <ac:spMk id="7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108" v="1679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107" v="1677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106" v="1675"/>
          <ac:spMkLst>
            <pc:docMk/>
            <pc:sldMk cId="0" sldId="257"/>
            <ac:spMk id="10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105" v="1673"/>
          <ac:spMkLst>
            <pc:docMk/>
            <pc:sldMk cId="0" sldId="257"/>
            <ac:spMk id="11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104" v="1671"/>
          <ac:spMkLst>
            <pc:docMk/>
            <pc:sldMk cId="0" sldId="257"/>
            <ac:spMk id="12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103" v="1669"/>
          <ac:spMkLst>
            <pc:docMk/>
            <pc:sldMk cId="0" sldId="257"/>
            <ac:spMk id="13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102" v="1667"/>
          <ac:spMkLst>
            <pc:docMk/>
            <pc:sldMk cId="0" sldId="257"/>
            <ac:spMk id="14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101" v="1665"/>
          <ac:spMkLst>
            <pc:docMk/>
            <pc:sldMk cId="0" sldId="257"/>
            <ac:spMk id="15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100" v="1663"/>
          <ac:spMkLst>
            <pc:docMk/>
            <pc:sldMk cId="0" sldId="257"/>
            <ac:spMk id="16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99" v="1661"/>
          <ac:spMkLst>
            <pc:docMk/>
            <pc:sldMk cId="0" sldId="257"/>
            <ac:spMk id="17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98" v="1659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97" v="1657"/>
          <ac:spMkLst>
            <pc:docMk/>
            <pc:sldMk cId="0" sldId="257"/>
            <ac:spMk id="19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095" v="1655"/>
          <ac:spMkLst>
            <pc:docMk/>
            <pc:sldMk cId="0" sldId="257"/>
            <ac:spMk id="20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94" v="1653"/>
          <ac:spMkLst>
            <pc:docMk/>
            <pc:sldMk cId="0" sldId="257"/>
            <ac:spMk id="21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93" v="1651"/>
          <ac:spMkLst>
            <pc:docMk/>
            <pc:sldMk cId="0" sldId="257"/>
            <ac:spMk id="22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92" v="1649"/>
          <ac:spMkLst>
            <pc:docMk/>
            <pc:sldMk cId="0" sldId="257"/>
            <ac:spMk id="23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091" v="1647"/>
          <ac:spMkLst>
            <pc:docMk/>
            <pc:sldMk cId="0" sldId="257"/>
            <ac:spMk id="24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90" v="1645"/>
          <ac:spMkLst>
            <pc:docMk/>
            <pc:sldMk cId="0" sldId="257"/>
            <ac:spMk id="25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89" v="1643"/>
          <ac:spMkLst>
            <pc:docMk/>
            <pc:sldMk cId="0" sldId="257"/>
            <ac:spMk id="26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88" v="1641"/>
          <ac:spMkLst>
            <pc:docMk/>
            <pc:sldMk cId="0" sldId="257"/>
            <ac:spMk id="27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087" v="1639"/>
          <ac:spMkLst>
            <pc:docMk/>
            <pc:sldMk cId="0" sldId="257"/>
            <ac:spMk id="28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86" v="1637"/>
          <ac:spMkLst>
            <pc:docMk/>
            <pc:sldMk cId="0" sldId="257"/>
            <ac:spMk id="29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85" v="1635"/>
          <ac:spMkLst>
            <pc:docMk/>
            <pc:sldMk cId="0" sldId="257"/>
            <ac:spMk id="30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83" v="1633"/>
          <ac:spMkLst>
            <pc:docMk/>
            <pc:sldMk cId="0" sldId="257"/>
            <ac:spMk id="31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082" v="1631"/>
          <ac:spMkLst>
            <pc:docMk/>
            <pc:sldMk cId="0" sldId="257"/>
            <ac:spMk id="32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81" v="1629"/>
          <ac:spMkLst>
            <pc:docMk/>
            <pc:sldMk cId="0" sldId="257"/>
            <ac:spMk id="33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80" v="1627"/>
          <ac:spMkLst>
            <pc:docMk/>
            <pc:sldMk cId="0" sldId="257"/>
            <ac:spMk id="34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79" v="1625"/>
          <ac:spMkLst>
            <pc:docMk/>
            <pc:sldMk cId="0" sldId="257"/>
            <ac:spMk id="35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077" v="1623"/>
          <ac:spMkLst>
            <pc:docMk/>
            <pc:sldMk cId="0" sldId="257"/>
            <ac:spMk id="36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76" v="1621"/>
          <ac:spMkLst>
            <pc:docMk/>
            <pc:sldMk cId="0" sldId="257"/>
            <ac:spMk id="37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74" v="1619"/>
          <ac:spMkLst>
            <pc:docMk/>
            <pc:sldMk cId="0" sldId="257"/>
            <ac:spMk id="38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73" v="1617"/>
          <ac:spMkLst>
            <pc:docMk/>
            <pc:sldMk cId="0" sldId="257"/>
            <ac:spMk id="39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072" v="1615"/>
          <ac:spMkLst>
            <pc:docMk/>
            <pc:sldMk cId="0" sldId="257"/>
            <ac:spMk id="40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71" v="1613"/>
          <ac:spMkLst>
            <pc:docMk/>
            <pc:sldMk cId="0" sldId="257"/>
            <ac:spMk id="41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70" v="1611"/>
          <ac:spMkLst>
            <pc:docMk/>
            <pc:sldMk cId="0" sldId="257"/>
            <ac:spMk id="42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69" v="1609"/>
          <ac:spMkLst>
            <pc:docMk/>
            <pc:sldMk cId="0" sldId="257"/>
            <ac:spMk id="43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068" v="1607"/>
          <ac:spMkLst>
            <pc:docMk/>
            <pc:sldMk cId="0" sldId="257"/>
            <ac:spMk id="44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67" v="1605"/>
          <ac:spMkLst>
            <pc:docMk/>
            <pc:sldMk cId="0" sldId="257"/>
            <ac:spMk id="45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66" v="1603"/>
          <ac:spMkLst>
            <pc:docMk/>
            <pc:sldMk cId="0" sldId="257"/>
            <ac:spMk id="46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65" v="1601"/>
          <ac:spMkLst>
            <pc:docMk/>
            <pc:sldMk cId="0" sldId="257"/>
            <ac:spMk id="47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063" v="1599"/>
          <ac:spMkLst>
            <pc:docMk/>
            <pc:sldMk cId="0" sldId="257"/>
            <ac:spMk id="48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062" v="1597"/>
          <ac:spMkLst>
            <pc:docMk/>
            <pc:sldMk cId="0" sldId="257"/>
            <ac:spMk id="49" creationId="{00000000-0000-0000-0000-000000000000}"/>
          </ac:spMkLst>
        </pc:spChg>
        <pc:spChg chg="add mod">
          <ac:chgData name="대승 고" userId="8296c006db2f14ee" providerId="LiveId" clId="{F997F1B9-429E-4192-954F-F4CED232CDE9}" dt="2026-05-02T15:52:52.163" v="4023" actId="947"/>
          <ac:spMkLst>
            <pc:docMk/>
            <pc:sldMk cId="0" sldId="257"/>
            <ac:spMk id="50" creationId="{A9562917-60BE-C53B-B92B-007B65745851}"/>
          </ac:spMkLst>
        </pc:spChg>
        <pc:spChg chg="add mod">
          <ac:chgData name="대승 고" userId="8296c006db2f14ee" providerId="LiveId" clId="{F997F1B9-429E-4192-954F-F4CED232CDE9}" dt="2026-05-02T15:52:52.362" v="4123" actId="947"/>
          <ac:spMkLst>
            <pc:docMk/>
            <pc:sldMk cId="0" sldId="257"/>
            <ac:spMk id="52" creationId="{0A794C10-8675-BF53-B770-2E2ED13901A9}"/>
          </ac:spMkLst>
        </pc:spChg>
        <pc:spChg chg="add mod">
          <ac:chgData name="대승 고" userId="8296c006db2f14ee" providerId="LiveId" clId="{F997F1B9-429E-4192-954F-F4CED232CDE9}" dt="2026-05-02T15:52:52.369" v="4127" actId="947"/>
          <ac:spMkLst>
            <pc:docMk/>
            <pc:sldMk cId="0" sldId="257"/>
            <ac:spMk id="53" creationId="{E3CB5103-92D9-F0D1-5073-B8CAE3D1974E}"/>
          </ac:spMkLst>
        </pc:spChg>
        <pc:graphicFrameChg chg="add mod modGraphic">
          <ac:chgData name="대승 고" userId="8296c006db2f14ee" providerId="LiveId" clId="{F997F1B9-429E-4192-954F-F4CED232CDE9}" dt="2026-05-02T15:52:52.355" v="4119" actId="947"/>
          <ac:graphicFrameMkLst>
            <pc:docMk/>
            <pc:sldMk cId="0" sldId="257"/>
            <ac:graphicFrameMk id="51" creationId="{0242C814-C4A2-3025-63EA-4077D3E9D194}"/>
          </ac:graphicFrameMkLst>
        </pc:graphicFrameChg>
      </pc:sldChg>
      <pc:sldChg chg="modSp mod setBg">
        <pc:chgData name="대승 고" userId="8296c006db2f14ee" providerId="LiveId" clId="{F997F1B9-429E-4192-954F-F4CED232CDE9}" dt="2026-05-02T15:52:52.598" v="4219" actId="947"/>
        <pc:sldMkLst>
          <pc:docMk/>
          <pc:sldMk cId="0" sldId="258"/>
        </pc:sldMkLst>
        <pc:spChg chg="mod">
          <ac:chgData name="대승 고" userId="8296c006db2f14ee" providerId="LiveId" clId="{F997F1B9-429E-4192-954F-F4CED232CDE9}" dt="2026-05-02T15:52:52.398" v="4131" actId="947"/>
          <ac:spMkLst>
            <pc:docMk/>
            <pc:sldMk cId="0" sldId="258"/>
            <ac:spMk id="2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405" v="4135" actId="94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416" v="4139" actId="94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424" v="4143" actId="94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436" v="4147" actId="94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445" v="4151" actId="94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457" v="4155" actId="94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466" v="4159" actId="94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477" v="4163" actId="94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486" v="4167" actId="94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494" v="4171" actId="94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04" v="4175" actId="94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12" v="4179" actId="94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19" v="4183" actId="94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29" v="4187" actId="94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38" v="4191" actId="94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46" v="4195" actId="94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56" v="4199" actId="94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64" v="4203" actId="94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72" v="4207" actId="947"/>
          <ac:spMkLst>
            <pc:docMk/>
            <pc:sldMk cId="0" sldId="258"/>
            <ac:spMk id="30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82" v="4211" actId="947"/>
          <ac:spMkLst>
            <pc:docMk/>
            <pc:sldMk cId="0" sldId="258"/>
            <ac:spMk id="32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89" v="4215" actId="947"/>
          <ac:spMkLst>
            <pc:docMk/>
            <pc:sldMk cId="0" sldId="258"/>
            <ac:spMk id="3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598" v="4219" actId="947"/>
          <ac:spMkLst>
            <pc:docMk/>
            <pc:sldMk cId="0" sldId="258"/>
            <ac:spMk id="34" creationId="{00000000-0000-0000-0000-000000000000}"/>
          </ac:spMkLst>
        </pc:spChg>
      </pc:sldChg>
      <pc:sldChg chg="modSp mod setBg">
        <pc:chgData name="대승 고" userId="8296c006db2f14ee" providerId="LiveId" clId="{F997F1B9-429E-4192-954F-F4CED232CDE9}" dt="2026-05-02T15:52:52.808" v="4315" actId="947"/>
        <pc:sldMkLst>
          <pc:docMk/>
          <pc:sldMk cId="0" sldId="259"/>
        </pc:sldMkLst>
        <pc:spChg chg="mod">
          <ac:chgData name="대승 고" userId="8296c006db2f14ee" providerId="LiveId" clId="{F997F1B9-429E-4192-954F-F4CED232CDE9}" dt="2026-05-02T15:52:52.613" v="4223" actId="947"/>
          <ac:spMkLst>
            <pc:docMk/>
            <pc:sldMk cId="0" sldId="259"/>
            <ac:spMk id="2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620" v="4227" actId="947"/>
          <ac:spMkLst>
            <pc:docMk/>
            <pc:sldMk cId="0" sldId="259"/>
            <ac:spMk id="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629" v="4231" actId="947"/>
          <ac:spMkLst>
            <pc:docMk/>
            <pc:sldMk cId="0" sldId="259"/>
            <ac:spMk id="5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638" v="4235" actId="947"/>
          <ac:spMkLst>
            <pc:docMk/>
            <pc:sldMk cId="0" sldId="259"/>
            <ac:spMk id="6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648" v="4239" actId="947"/>
          <ac:spMkLst>
            <pc:docMk/>
            <pc:sldMk cId="0" sldId="259"/>
            <ac:spMk id="8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656" v="4243" actId="947"/>
          <ac:spMkLst>
            <pc:docMk/>
            <pc:sldMk cId="0" sldId="259"/>
            <ac:spMk id="9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664" v="4247" actId="94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673" v="4251" actId="94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683" v="4255" actId="94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690" v="4259" actId="94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00" v="4263" actId="94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08" v="4267" actId="94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15" v="4271" actId="94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23" v="4275" actId="94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33" v="4279" actId="94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40" v="4283" actId="94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48" v="4287" actId="94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57" v="4291" actId="94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65" v="4295" actId="94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74" v="4299" actId="947"/>
          <ac:spMkLst>
            <pc:docMk/>
            <pc:sldMk cId="0" sldId="259"/>
            <ac:spMk id="27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83" v="4303" actId="947"/>
          <ac:spMkLst>
            <pc:docMk/>
            <pc:sldMk cId="0" sldId="259"/>
            <ac:spMk id="29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790" v="4307" actId="947"/>
          <ac:spMkLst>
            <pc:docMk/>
            <pc:sldMk cId="0" sldId="259"/>
            <ac:spMk id="30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801" v="4311" actId="94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2.808" v="4315" actId="947"/>
          <ac:spMkLst>
            <pc:docMk/>
            <pc:sldMk cId="0" sldId="259"/>
            <ac:spMk id="32" creationId="{00000000-0000-0000-0000-000000000000}"/>
          </ac:spMkLst>
        </pc:spChg>
      </pc:sldChg>
      <pc:sldChg chg="modSp del mod">
        <pc:chgData name="대승 고" userId="8296c006db2f14ee" providerId="LiveId" clId="{F997F1B9-429E-4192-954F-F4CED232CDE9}" dt="2026-05-02T15:52:47.920" v="1583" actId="2696"/>
        <pc:sldMkLst>
          <pc:docMk/>
          <pc:sldMk cId="0" sldId="260"/>
        </pc:sldMkLst>
        <pc:spChg chg="mod">
          <ac:chgData name="대승 고" userId="8296c006db2f14ee" providerId="LiveId" clId="{F997F1B9-429E-4192-954F-F4CED232CDE9}" dt="2026-05-02T15:11:01.509" v="1008" actId="947"/>
          <ac:spMkLst>
            <pc:docMk/>
            <pc:sldMk cId="0" sldId="260"/>
            <ac:spMk id="2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17" v="1012" actId="947"/>
          <ac:spMkLst>
            <pc:docMk/>
            <pc:sldMk cId="0" sldId="260"/>
            <ac:spMk id="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24" v="1016" actId="947"/>
          <ac:spMkLst>
            <pc:docMk/>
            <pc:sldMk cId="0" sldId="260"/>
            <ac:spMk id="5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36" v="1020" actId="947"/>
          <ac:spMkLst>
            <pc:docMk/>
            <pc:sldMk cId="0" sldId="260"/>
            <ac:spMk id="6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42" v="1024" actId="947"/>
          <ac:spMkLst>
            <pc:docMk/>
            <pc:sldMk cId="0" sldId="260"/>
            <ac:spMk id="7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52" v="1028" actId="947"/>
          <ac:spMkLst>
            <pc:docMk/>
            <pc:sldMk cId="0" sldId="260"/>
            <ac:spMk id="9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59" v="1032" actId="94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65" v="1036" actId="94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73" v="1040" actId="94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81" v="1044" actId="94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86" v="1048" actId="94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594" v="1052" actId="94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602" v="1056" actId="94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608" v="1060" actId="94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619" v="1064" actId="94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627" v="1068" actId="94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633" v="1072" actId="94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11:01.769" v="1136" actId="947"/>
          <ac:spMkLst>
            <pc:docMk/>
            <pc:sldMk cId="0" sldId="260"/>
            <ac:spMk id="25" creationId="{00000000-0000-0000-0000-000000000000}"/>
          </ac:spMkLst>
        </pc:spChg>
        <pc:graphicFrameChg chg="modGraphic">
          <ac:chgData name="대승 고" userId="8296c006db2f14ee" providerId="LiveId" clId="{F997F1B9-429E-4192-954F-F4CED232CDE9}" dt="2026-05-02T15:11:01.764" v="1132" actId="947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  <pc:sldChg chg="addSp delSp modSp mod setBg">
        <pc:chgData name="대승 고" userId="8296c006db2f14ee" providerId="LiveId" clId="{F997F1B9-429E-4192-954F-F4CED232CDE9}" dt="2026-05-02T15:52:53.084" v="4451" actId="947"/>
        <pc:sldMkLst>
          <pc:docMk/>
          <pc:sldMk cId="0" sldId="261"/>
        </pc:sldMkLst>
        <pc:spChg chg="del mod">
          <ac:chgData name="대승 고" userId="8296c006db2f14ee" providerId="LiveId" clId="{F997F1B9-429E-4192-954F-F4CED232CDE9}" dt="2026-05-02T15:52:48.843" v="2031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842" v="2029"/>
          <ac:spMkLst>
            <pc:docMk/>
            <pc:sldMk cId="0" sldId="261"/>
            <ac:spMk id="3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8.841" v="2027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840" v="2025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838" v="2023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8.836" v="2019"/>
          <ac:spMkLst>
            <pc:docMk/>
            <pc:sldMk cId="0" sldId="261"/>
            <ac:spMk id="8" creationId="{00000000-0000-0000-0000-000000000000}"/>
          </ac:spMkLst>
        </pc:spChg>
        <pc:spChg chg="add mod">
          <ac:chgData name="대승 고" userId="8296c006db2f14ee" providerId="LiveId" clId="{F997F1B9-429E-4192-954F-F4CED232CDE9}" dt="2026-05-02T15:52:52.824" v="4319" actId="947"/>
          <ac:spMkLst>
            <pc:docMk/>
            <pc:sldMk cId="0" sldId="261"/>
            <ac:spMk id="9" creationId="{AF182DD2-3422-BEEB-E758-B2D4FB49054D}"/>
          </ac:spMkLst>
        </pc:spChg>
        <pc:spChg chg="add mod">
          <ac:chgData name="대승 고" userId="8296c006db2f14ee" providerId="LiveId" clId="{F997F1B9-429E-4192-954F-F4CED232CDE9}" dt="2026-05-02T15:52:52.832" v="4323" actId="947"/>
          <ac:spMkLst>
            <pc:docMk/>
            <pc:sldMk cId="0" sldId="261"/>
            <ac:spMk id="10" creationId="{B106BBC9-9C01-3996-F2E6-079A7DD01EEE}"/>
          </ac:spMkLst>
        </pc:spChg>
        <pc:spChg chg="add mod">
          <ac:chgData name="대승 고" userId="8296c006db2f14ee" providerId="LiveId" clId="{F997F1B9-429E-4192-954F-F4CED232CDE9}" dt="2026-05-02T15:52:52.843" v="4327" actId="947"/>
          <ac:spMkLst>
            <pc:docMk/>
            <pc:sldMk cId="0" sldId="261"/>
            <ac:spMk id="11" creationId="{9353E465-AEFC-AEC3-79F7-4B27B8B89729}"/>
          </ac:spMkLst>
        </pc:spChg>
        <pc:spChg chg="add mod">
          <ac:chgData name="대승 고" userId="8296c006db2f14ee" providerId="LiveId" clId="{F997F1B9-429E-4192-954F-F4CED232CDE9}" dt="2026-05-02T15:52:53.068" v="4443" actId="947"/>
          <ac:spMkLst>
            <pc:docMk/>
            <pc:sldMk cId="0" sldId="261"/>
            <ac:spMk id="13" creationId="{73F760A0-8B7E-8029-61C6-3E2A12BE3F92}"/>
          </ac:spMkLst>
        </pc:spChg>
        <pc:spChg chg="add mod">
          <ac:chgData name="대승 고" userId="8296c006db2f14ee" providerId="LiveId" clId="{F997F1B9-429E-4192-954F-F4CED232CDE9}" dt="2026-05-02T15:52:53.076" v="4447" actId="947"/>
          <ac:spMkLst>
            <pc:docMk/>
            <pc:sldMk cId="0" sldId="261"/>
            <ac:spMk id="14" creationId="{2C97FFAD-85BA-4326-12B2-413E9D1701D1}"/>
          </ac:spMkLst>
        </pc:spChg>
        <pc:spChg chg="add mod">
          <ac:chgData name="대승 고" userId="8296c006db2f14ee" providerId="LiveId" clId="{F997F1B9-429E-4192-954F-F4CED232CDE9}" dt="2026-05-02T15:52:53.084" v="4451" actId="947"/>
          <ac:spMkLst>
            <pc:docMk/>
            <pc:sldMk cId="0" sldId="261"/>
            <ac:spMk id="15" creationId="{6CEF6FD7-2CF9-1054-868F-304308F5F81A}"/>
          </ac:spMkLst>
        </pc:spChg>
        <pc:graphicFrameChg chg="del modGraphic">
          <ac:chgData name="대승 고" userId="8296c006db2f14ee" providerId="LiveId" clId="{F997F1B9-429E-4192-954F-F4CED232CDE9}" dt="2026-05-02T15:52:48.837" v="2021"/>
          <ac:graphicFrameMkLst>
            <pc:docMk/>
            <pc:sldMk cId="0" sldId="261"/>
            <ac:graphicFrameMk id="7" creationId="{00000000-0000-0000-0000-000000000000}"/>
          </ac:graphicFrameMkLst>
        </pc:graphicFrameChg>
        <pc:graphicFrameChg chg="add mod modGraphic">
          <ac:chgData name="대승 고" userId="8296c006db2f14ee" providerId="LiveId" clId="{F997F1B9-429E-4192-954F-F4CED232CDE9}" dt="2026-05-02T15:52:53.058" v="4439" actId="947"/>
          <ac:graphicFrameMkLst>
            <pc:docMk/>
            <pc:sldMk cId="0" sldId="261"/>
            <ac:graphicFrameMk id="12" creationId="{B62EFC5B-C718-971E-37AC-9ED81F00531A}"/>
          </ac:graphicFrameMkLst>
        </pc:graphicFrameChg>
      </pc:sldChg>
      <pc:sldChg chg="addSp delSp modSp mod setBg">
        <pc:chgData name="대승 고" userId="8296c006db2f14ee" providerId="LiveId" clId="{F997F1B9-429E-4192-954F-F4CED232CDE9}" dt="2026-05-02T15:54:33.234" v="5002" actId="14734"/>
        <pc:sldMkLst>
          <pc:docMk/>
          <pc:sldMk cId="0" sldId="262"/>
        </pc:sldMkLst>
        <pc:spChg chg="del mod">
          <ac:chgData name="대승 고" userId="8296c006db2f14ee" providerId="LiveId" clId="{F997F1B9-429E-4192-954F-F4CED232CDE9}" dt="2026-05-02T15:52:49.423" v="246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22" v="2464"/>
          <ac:spMkLst>
            <pc:docMk/>
            <pc:sldMk cId="0" sldId="262"/>
            <ac:spMk id="3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9.421" v="2462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20" v="2460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19" v="2458"/>
          <ac:spMkLst>
            <pc:docMk/>
            <pc:sldMk cId="0" sldId="262"/>
            <ac:spMk id="6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9.418" v="2456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17" v="2454"/>
          <ac:spMkLst>
            <pc:docMk/>
            <pc:sldMk cId="0" sldId="262"/>
            <ac:spMk id="8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16" v="2452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15" v="2450"/>
          <ac:spMkLst>
            <pc:docMk/>
            <pc:sldMk cId="0" sldId="262"/>
            <ac:spMk id="10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9.413" v="2448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11" v="2446"/>
          <ac:spMkLst>
            <pc:docMk/>
            <pc:sldMk cId="0" sldId="262"/>
            <ac:spMk id="12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11" v="2444"/>
          <ac:spMkLst>
            <pc:docMk/>
            <pc:sldMk cId="0" sldId="262"/>
            <ac:spMk id="13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09" v="2442"/>
          <ac:spMkLst>
            <pc:docMk/>
            <pc:sldMk cId="0" sldId="262"/>
            <ac:spMk id="14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9.408" v="2440"/>
          <ac:spMkLst>
            <pc:docMk/>
            <pc:sldMk cId="0" sldId="262"/>
            <ac:spMk id="15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07" v="2438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06" v="2436"/>
          <ac:spMkLst>
            <pc:docMk/>
            <pc:sldMk cId="0" sldId="262"/>
            <ac:spMk id="17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05" v="2434"/>
          <ac:spMkLst>
            <pc:docMk/>
            <pc:sldMk cId="0" sldId="262"/>
            <ac:spMk id="18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9.404" v="2432"/>
          <ac:spMkLst>
            <pc:docMk/>
            <pc:sldMk cId="0" sldId="262"/>
            <ac:spMk id="19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03" v="2430"/>
          <ac:spMkLst>
            <pc:docMk/>
            <pc:sldMk cId="0" sldId="262"/>
            <ac:spMk id="20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402" v="242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대승 고" userId="8296c006db2f14ee" providerId="LiveId" clId="{F997F1B9-429E-4192-954F-F4CED232CDE9}" dt="2026-05-02T15:27:22.735" v="1582" actId="478"/>
          <ac:spMkLst>
            <pc:docMk/>
            <pc:sldMk cId="0" sldId="262"/>
            <ac:spMk id="23" creationId="{00000000-0000-0000-0000-000000000000}"/>
          </ac:spMkLst>
        </pc:spChg>
        <pc:spChg chg="add mod">
          <ac:chgData name="대승 고" userId="8296c006db2f14ee" providerId="LiveId" clId="{F997F1B9-429E-4192-954F-F4CED232CDE9}" dt="2026-05-02T15:52:53.098" v="4455" actId="947"/>
          <ac:spMkLst>
            <pc:docMk/>
            <pc:sldMk cId="0" sldId="262"/>
            <ac:spMk id="23" creationId="{DAFE0409-82C6-D435-35DB-8CB6001DF79B}"/>
          </ac:spMkLst>
        </pc:spChg>
        <pc:spChg chg="del mod">
          <ac:chgData name="대승 고" userId="8296c006db2f14ee" providerId="LiveId" clId="{F997F1B9-429E-4192-954F-F4CED232CDE9}" dt="2026-05-02T15:27:22.735" v="1582" actId="478"/>
          <ac:spMkLst>
            <pc:docMk/>
            <pc:sldMk cId="0" sldId="262"/>
            <ac:spMk id="24" creationId="{00000000-0000-0000-0000-000000000000}"/>
          </ac:spMkLst>
        </pc:spChg>
        <pc:spChg chg="add mod">
          <ac:chgData name="대승 고" userId="8296c006db2f14ee" providerId="LiveId" clId="{F997F1B9-429E-4192-954F-F4CED232CDE9}" dt="2026-05-02T15:52:53.105" v="4459" actId="947"/>
          <ac:spMkLst>
            <pc:docMk/>
            <pc:sldMk cId="0" sldId="262"/>
            <ac:spMk id="24" creationId="{5690B108-C156-BAC5-3DC0-33F5DBAF904B}"/>
          </ac:spMkLst>
        </pc:spChg>
        <pc:spChg chg="del mod">
          <ac:chgData name="대승 고" userId="8296c006db2f14ee" providerId="LiveId" clId="{F997F1B9-429E-4192-954F-F4CED232CDE9}" dt="2026-05-02T15:52:49.399" v="2424"/>
          <ac:spMkLst>
            <pc:docMk/>
            <pc:sldMk cId="0" sldId="262"/>
            <ac:spMk id="25" creationId="{00000000-0000-0000-0000-000000000000}"/>
          </ac:spMkLst>
        </pc:spChg>
        <pc:spChg chg="add mod">
          <ac:chgData name="대승 고" userId="8296c006db2f14ee" providerId="LiveId" clId="{F997F1B9-429E-4192-954F-F4CED232CDE9}" dt="2026-05-02T15:52:53.334" v="4559" actId="947"/>
          <ac:spMkLst>
            <pc:docMk/>
            <pc:sldMk cId="0" sldId="262"/>
            <ac:spMk id="27" creationId="{63C5FDB5-7FCB-57C0-2853-3D8D20FB57C4}"/>
          </ac:spMkLst>
        </pc:spChg>
        <pc:spChg chg="add mod">
          <ac:chgData name="대승 고" userId="8296c006db2f14ee" providerId="LiveId" clId="{F997F1B9-429E-4192-954F-F4CED232CDE9}" dt="2026-05-02T15:52:53.341" v="4563" actId="947"/>
          <ac:spMkLst>
            <pc:docMk/>
            <pc:sldMk cId="0" sldId="262"/>
            <ac:spMk id="28" creationId="{AFAEBDFA-7959-6316-DA80-DB87B26A23C1}"/>
          </ac:spMkLst>
        </pc:spChg>
        <pc:graphicFrameChg chg="del modGraphic">
          <ac:chgData name="대승 고" userId="8296c006db2f14ee" providerId="LiveId" clId="{F997F1B9-429E-4192-954F-F4CED232CDE9}" dt="2026-05-02T15:52:49.401" v="2426"/>
          <ac:graphicFrameMkLst>
            <pc:docMk/>
            <pc:sldMk cId="0" sldId="262"/>
            <ac:graphicFrameMk id="22" creationId="{00000000-0000-0000-0000-000000000000}"/>
          </ac:graphicFrameMkLst>
        </pc:graphicFrameChg>
        <pc:graphicFrameChg chg="add mod modGraphic">
          <ac:chgData name="대승 고" userId="8296c006db2f14ee" providerId="LiveId" clId="{F997F1B9-429E-4192-954F-F4CED232CDE9}" dt="2026-05-02T15:54:33.234" v="5002" actId="14734"/>
          <ac:graphicFrameMkLst>
            <pc:docMk/>
            <pc:sldMk cId="0" sldId="262"/>
            <ac:graphicFrameMk id="26" creationId="{15E34AE4-342A-1BC4-85E0-378937CB02A4}"/>
          </ac:graphicFrameMkLst>
        </pc:graphicFrameChg>
      </pc:sldChg>
      <pc:sldChg chg="addSp delSp modSp mod setBg">
        <pc:chgData name="대승 고" userId="8296c006db2f14ee" providerId="LiveId" clId="{F997F1B9-429E-4192-954F-F4CED232CDE9}" dt="2026-05-02T15:52:53.530" v="4655" actId="947"/>
        <pc:sldMkLst>
          <pc:docMk/>
          <pc:sldMk cId="0" sldId="263"/>
        </pc:sldMkLst>
        <pc:spChg chg="del mod">
          <ac:chgData name="대승 고" userId="8296c006db2f14ee" providerId="LiveId" clId="{F997F1B9-429E-4192-954F-F4CED232CDE9}" dt="2026-05-02T15:52:49.952" v="2807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950" v="2805"/>
          <ac:spMkLst>
            <pc:docMk/>
            <pc:sldMk cId="0" sldId="263"/>
            <ac:spMk id="3" creationId="{00000000-0000-0000-0000-000000000000}"/>
          </ac:spMkLst>
        </pc:spChg>
        <pc:spChg chg="del">
          <ac:chgData name="대승 고" userId="8296c006db2f14ee" providerId="LiveId" clId="{F997F1B9-429E-4192-954F-F4CED232CDE9}" dt="2026-05-02T15:52:49.948" v="2803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947" v="2801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대승 고" userId="8296c006db2f14ee" providerId="LiveId" clId="{F997F1B9-429E-4192-954F-F4CED232CDE9}" dt="2026-05-02T15:52:49.945" v="2799"/>
          <ac:spMkLst>
            <pc:docMk/>
            <pc:sldMk cId="0" sldId="263"/>
            <ac:spMk id="6" creationId="{00000000-0000-0000-0000-000000000000}"/>
          </ac:spMkLst>
        </pc:spChg>
        <pc:spChg chg="add mod">
          <ac:chgData name="대승 고" userId="8296c006db2f14ee" providerId="LiveId" clId="{F997F1B9-429E-4192-954F-F4CED232CDE9}" dt="2026-05-02T15:52:53.356" v="4567" actId="947"/>
          <ac:spMkLst>
            <pc:docMk/>
            <pc:sldMk cId="0" sldId="263"/>
            <ac:spMk id="7" creationId="{D2356C79-1FBF-36B2-1363-A0D062E2670A}"/>
          </ac:spMkLst>
        </pc:spChg>
        <pc:spChg chg="del mod">
          <ac:chgData name="대승 고" userId="8296c006db2f14ee" providerId="LiveId" clId="{F997F1B9-429E-4192-954F-F4CED232CDE9}" dt="2026-05-02T15:52:49.941" v="2795"/>
          <ac:spMkLst>
            <pc:docMk/>
            <pc:sldMk cId="0" sldId="263"/>
            <ac:spMk id="8" creationId="{00000000-0000-0000-0000-000000000000}"/>
          </ac:spMkLst>
        </pc:spChg>
        <pc:spChg chg="add mod">
          <ac:chgData name="대승 고" userId="8296c006db2f14ee" providerId="LiveId" clId="{F997F1B9-429E-4192-954F-F4CED232CDE9}" dt="2026-05-02T15:52:53.364" v="4571" actId="947"/>
          <ac:spMkLst>
            <pc:docMk/>
            <pc:sldMk cId="0" sldId="263"/>
            <ac:spMk id="10" creationId="{928F7CE7-E5C6-BD8E-34F2-20F5EE79F827}"/>
          </ac:spMkLst>
        </pc:spChg>
        <pc:spChg chg="add mod">
          <ac:chgData name="대승 고" userId="8296c006db2f14ee" providerId="LiveId" clId="{F997F1B9-429E-4192-954F-F4CED232CDE9}" dt="2026-05-02T15:52:53.374" v="4575" actId="947"/>
          <ac:spMkLst>
            <pc:docMk/>
            <pc:sldMk cId="0" sldId="263"/>
            <ac:spMk id="11" creationId="{B5EE5DAB-4C05-7664-7495-C4576EDA507D}"/>
          </ac:spMkLst>
        </pc:spChg>
        <pc:spChg chg="add mod">
          <ac:chgData name="대승 고" userId="8296c006db2f14ee" providerId="LiveId" clId="{F997F1B9-429E-4192-954F-F4CED232CDE9}" dt="2026-05-02T15:52:53.522" v="4651" actId="947"/>
          <ac:spMkLst>
            <pc:docMk/>
            <pc:sldMk cId="0" sldId="263"/>
            <ac:spMk id="13" creationId="{26FE42BF-B723-B001-2E93-2B4A67404863}"/>
          </ac:spMkLst>
        </pc:spChg>
        <pc:spChg chg="add mod">
          <ac:chgData name="대승 고" userId="8296c006db2f14ee" providerId="LiveId" clId="{F997F1B9-429E-4192-954F-F4CED232CDE9}" dt="2026-05-02T15:52:53.530" v="4655" actId="947"/>
          <ac:spMkLst>
            <pc:docMk/>
            <pc:sldMk cId="0" sldId="263"/>
            <ac:spMk id="14" creationId="{F5942AFF-30DF-5A73-E46D-F57809B89EF9}"/>
          </ac:spMkLst>
        </pc:spChg>
        <pc:graphicFrameChg chg="del modGraphic">
          <ac:chgData name="대승 고" userId="8296c006db2f14ee" providerId="LiveId" clId="{F997F1B9-429E-4192-954F-F4CED232CDE9}" dt="2026-05-02T15:52:49.943" v="2797"/>
          <ac:graphicFrameMkLst>
            <pc:docMk/>
            <pc:sldMk cId="0" sldId="263"/>
            <ac:graphicFrameMk id="9" creationId="{00000000-0000-0000-0000-000000000000}"/>
          </ac:graphicFrameMkLst>
        </pc:graphicFrameChg>
        <pc:graphicFrameChg chg="add mod modGraphic">
          <ac:chgData name="대승 고" userId="8296c006db2f14ee" providerId="LiveId" clId="{F997F1B9-429E-4192-954F-F4CED232CDE9}" dt="2026-05-02T15:52:53.514" v="4647" actId="947"/>
          <ac:graphicFrameMkLst>
            <pc:docMk/>
            <pc:sldMk cId="0" sldId="263"/>
            <ac:graphicFrameMk id="12" creationId="{F39B65DB-A633-E626-0FDA-56F1F81DC4F7}"/>
          </ac:graphicFrameMkLst>
        </pc:graphicFrameChg>
      </pc:sldChg>
      <pc:sldChg chg="del">
        <pc:chgData name="대승 고" userId="8296c006db2f14ee" providerId="LiveId" clId="{F997F1B9-429E-4192-954F-F4CED232CDE9}" dt="2026-05-02T14:47:02.663" v="107" actId="2696"/>
        <pc:sldMkLst>
          <pc:docMk/>
          <pc:sldMk cId="0" sldId="264"/>
        </pc:sldMkLst>
      </pc:sldChg>
      <pc:sldChg chg="del">
        <pc:chgData name="대승 고" userId="8296c006db2f14ee" providerId="LiveId" clId="{F997F1B9-429E-4192-954F-F4CED232CDE9}" dt="2026-05-02T14:47:02.661" v="106" actId="2696"/>
        <pc:sldMkLst>
          <pc:docMk/>
          <pc:sldMk cId="0" sldId="265"/>
        </pc:sldMkLst>
      </pc:sldChg>
      <pc:sldChg chg="del">
        <pc:chgData name="대승 고" userId="8296c006db2f14ee" providerId="LiveId" clId="{F997F1B9-429E-4192-954F-F4CED232CDE9}" dt="2026-05-02T14:47:02.658" v="105" actId="2696"/>
        <pc:sldMkLst>
          <pc:docMk/>
          <pc:sldMk cId="0" sldId="266"/>
        </pc:sldMkLst>
      </pc:sldChg>
      <pc:sldChg chg="del">
        <pc:chgData name="대승 고" userId="8296c006db2f14ee" providerId="LiveId" clId="{F997F1B9-429E-4192-954F-F4CED232CDE9}" dt="2026-05-02T13:48:00.053" v="7" actId="47"/>
        <pc:sldMkLst>
          <pc:docMk/>
          <pc:sldMk cId="0" sldId="267"/>
        </pc:sldMkLst>
      </pc:sldChg>
      <pc:sldChg chg="del">
        <pc:chgData name="대승 고" userId="8296c006db2f14ee" providerId="LiveId" clId="{F997F1B9-429E-4192-954F-F4CED232CDE9}" dt="2026-05-02T13:47:58.253" v="6" actId="47"/>
        <pc:sldMkLst>
          <pc:docMk/>
          <pc:sldMk cId="0" sldId="268"/>
        </pc:sldMkLst>
      </pc:sldChg>
      <pc:sldChg chg="del">
        <pc:chgData name="대승 고" userId="8296c006db2f14ee" providerId="LiveId" clId="{F997F1B9-429E-4192-954F-F4CED232CDE9}" dt="2026-05-02T13:47:56.656" v="5" actId="47"/>
        <pc:sldMkLst>
          <pc:docMk/>
          <pc:sldMk cId="0" sldId="269"/>
        </pc:sldMkLst>
      </pc:sldChg>
      <pc:sldChg chg="del">
        <pc:chgData name="대승 고" userId="8296c006db2f14ee" providerId="LiveId" clId="{F997F1B9-429E-4192-954F-F4CED232CDE9}" dt="2026-05-02T13:47:55.131" v="4" actId="47"/>
        <pc:sldMkLst>
          <pc:docMk/>
          <pc:sldMk cId="0" sldId="270"/>
        </pc:sldMkLst>
      </pc:sldChg>
      <pc:sldChg chg="del">
        <pc:chgData name="대승 고" userId="8296c006db2f14ee" providerId="LiveId" clId="{F997F1B9-429E-4192-954F-F4CED232CDE9}" dt="2026-05-02T13:47:53.533" v="3" actId="47"/>
        <pc:sldMkLst>
          <pc:docMk/>
          <pc:sldMk cId="0" sldId="271"/>
        </pc:sldMkLst>
      </pc:sldChg>
      <pc:sldChg chg="modSp mod">
        <pc:chgData name="대승 고" userId="8296c006db2f14ee" providerId="LiveId" clId="{F997F1B9-429E-4192-954F-F4CED232CDE9}" dt="2026-05-02T15:52:54.062" v="4979" actId="947"/>
        <pc:sldMkLst>
          <pc:docMk/>
          <pc:sldMk cId="0" sldId="272"/>
        </pc:sldMkLst>
        <pc:spChg chg="mod">
          <ac:chgData name="대승 고" userId="8296c006db2f14ee" providerId="LiveId" clId="{F997F1B9-429E-4192-954F-F4CED232CDE9}" dt="2026-05-02T15:52:54.036" v="4967" actId="947"/>
          <ac:spMkLst>
            <pc:docMk/>
            <pc:sldMk cId="0" sldId="272"/>
            <ac:spMk id="3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4.044" v="4971" actId="947"/>
          <ac:spMkLst>
            <pc:docMk/>
            <pc:sldMk cId="0" sldId="272"/>
            <ac:spMk id="4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4.052" v="4975" actId="947"/>
          <ac:spMkLst>
            <pc:docMk/>
            <pc:sldMk cId="0" sldId="272"/>
            <ac:spMk id="5" creationId="{00000000-0000-0000-0000-000000000000}"/>
          </ac:spMkLst>
        </pc:spChg>
        <pc:spChg chg="mod">
          <ac:chgData name="대승 고" userId="8296c006db2f14ee" providerId="LiveId" clId="{F997F1B9-429E-4192-954F-F4CED232CDE9}" dt="2026-05-02T15:52:54.062" v="4979" actId="947"/>
          <ac:spMkLst>
            <pc:docMk/>
            <pc:sldMk cId="0" sldId="272"/>
            <ac:spMk id="7" creationId="{00000000-0000-0000-0000-000000000000}"/>
          </ac:spMkLst>
        </pc:spChg>
      </pc:sldChg>
      <pc:sldChg chg="addSp delSp modSp add mod setBg">
        <pc:chgData name="대승 고" userId="8296c006db2f14ee" providerId="LiveId" clId="{F997F1B9-429E-4192-954F-F4CED232CDE9}" dt="2026-05-02T15:53:47.541" v="5001" actId="299"/>
        <pc:sldMkLst>
          <pc:docMk/>
          <pc:sldMk cId="1067244229" sldId="273"/>
        </pc:sldMkLst>
        <pc:spChg chg="add mod">
          <ac:chgData name="대승 고" userId="8296c006db2f14ee" providerId="LiveId" clId="{F997F1B9-429E-4192-954F-F4CED232CDE9}" dt="2026-05-02T15:52:53.541" v="4659" actId="947"/>
          <ac:spMkLst>
            <pc:docMk/>
            <pc:sldMk cId="1067244229" sldId="273"/>
            <ac:spMk id="2" creationId="{F51210F3-1757-AC88-1E2D-D91377635E54}"/>
          </ac:spMkLst>
        </pc:spChg>
        <pc:spChg chg="add mod">
          <ac:chgData name="대승 고" userId="8296c006db2f14ee" providerId="LiveId" clId="{F997F1B9-429E-4192-954F-F4CED232CDE9}" dt="2026-05-02T15:52:53.549" v="4663" actId="947"/>
          <ac:spMkLst>
            <pc:docMk/>
            <pc:sldMk cId="1067244229" sldId="273"/>
            <ac:spMk id="3" creationId="{8B6D8285-D9E8-E25B-EA94-4ED1660F0EC3}"/>
          </ac:spMkLst>
        </pc:spChg>
        <pc:spChg chg="add mod">
          <ac:chgData name="대승 고" userId="8296c006db2f14ee" providerId="LiveId" clId="{F997F1B9-429E-4192-954F-F4CED232CDE9}" dt="2026-05-02T15:52:53.768" v="4803" actId="947"/>
          <ac:spMkLst>
            <pc:docMk/>
            <pc:sldMk cId="1067244229" sldId="273"/>
            <ac:spMk id="7" creationId="{41FA525B-7928-15EF-79FC-8D68D4F9C62F}"/>
          </ac:spMkLst>
        </pc:spChg>
        <pc:spChg chg="add mod">
          <ac:chgData name="대승 고" userId="8296c006db2f14ee" providerId="LiveId" clId="{F997F1B9-429E-4192-954F-F4CED232CDE9}" dt="2026-05-02T15:52:53.776" v="4807" actId="947"/>
          <ac:spMkLst>
            <pc:docMk/>
            <pc:sldMk cId="1067244229" sldId="273"/>
            <ac:spMk id="8" creationId="{D0963B31-8D6A-E969-76FC-98AEE3568CE8}"/>
          </ac:spMkLst>
        </pc:spChg>
        <pc:spChg chg="add mod">
          <ac:chgData name="대승 고" userId="8296c006db2f14ee" providerId="LiveId" clId="{F997F1B9-429E-4192-954F-F4CED232CDE9}" dt="2026-05-02T15:53:47.518" v="4991" actId="299"/>
          <ac:spMkLst>
            <pc:docMk/>
            <pc:sldMk cId="1067244229" sldId="273"/>
            <ac:spMk id="9" creationId="{7106C6D3-7FA5-654D-8422-5E77D3E0398E}"/>
          </ac:spMkLst>
        </pc:spChg>
        <pc:spChg chg="add mod">
          <ac:chgData name="대승 고" userId="8296c006db2f14ee" providerId="LiveId" clId="{F997F1B9-429E-4192-954F-F4CED232CDE9}" dt="2026-05-02T15:53:47.541" v="5001" actId="299"/>
          <ac:spMkLst>
            <pc:docMk/>
            <pc:sldMk cId="1067244229" sldId="273"/>
            <ac:spMk id="10" creationId="{D03E6409-55EB-F177-1BE6-8B7B0973F73B}"/>
          </ac:spMkLst>
        </pc:spChg>
        <pc:graphicFrameChg chg="add del mod modGraphic">
          <ac:chgData name="대승 고" userId="8296c006db2f14ee" providerId="LiveId" clId="{F997F1B9-429E-4192-954F-F4CED232CDE9}" dt="2026-05-02T15:53:47.395" v="4981"/>
          <ac:graphicFrameMkLst>
            <pc:docMk/>
            <pc:sldMk cId="1067244229" sldId="273"/>
            <ac:graphicFrameMk id="4" creationId="{1C14A8C9-4357-158C-5AF6-A61685B30FB1}"/>
          </ac:graphicFrameMkLst>
        </pc:graphicFrameChg>
        <pc:graphicFrameChg chg="add mod modGraphic">
          <ac:chgData name="대승 고" userId="8296c006db2f14ee" providerId="LiveId" clId="{F997F1B9-429E-4192-954F-F4CED232CDE9}" dt="2026-05-02T15:52:53.686" v="4751" actId="947"/>
          <ac:graphicFrameMkLst>
            <pc:docMk/>
            <pc:sldMk cId="1067244229" sldId="273"/>
            <ac:graphicFrameMk id="5" creationId="{5FF433EF-078B-53C2-A39A-9BDC5DF61A26}"/>
          </ac:graphicFrameMkLst>
        </pc:graphicFrameChg>
        <pc:graphicFrameChg chg="add mod modGraphic">
          <ac:chgData name="대승 고" userId="8296c006db2f14ee" providerId="LiveId" clId="{F997F1B9-429E-4192-954F-F4CED232CDE9}" dt="2026-05-02T15:52:53.760" v="4799" actId="947"/>
          <ac:graphicFrameMkLst>
            <pc:docMk/>
            <pc:sldMk cId="1067244229" sldId="273"/>
            <ac:graphicFrameMk id="6" creationId="{DE6DA285-B207-29A0-9761-E8EFA7B94352}"/>
          </ac:graphicFrameMkLst>
        </pc:graphicFrameChg>
      </pc:sldChg>
      <pc:sldChg chg="addSp modSp add del mod setBg">
        <pc:chgData name="대승 고" userId="8296c006db2f14ee" providerId="LiveId" clId="{F997F1B9-429E-4192-954F-F4CED232CDE9}" dt="2026-05-02T15:25:30.788" v="1581" actId="47"/>
        <pc:sldMkLst>
          <pc:docMk/>
          <pc:sldMk cId="3331072900" sldId="273"/>
        </pc:sldMkLst>
        <pc:spChg chg="add mod">
          <ac:chgData name="대승 고" userId="8296c006db2f14ee" providerId="LiveId" clId="{F997F1B9-429E-4192-954F-F4CED232CDE9}" dt="2026-05-02T15:11:01.418" v="972" actId="947"/>
          <ac:spMkLst>
            <pc:docMk/>
            <pc:sldMk cId="3331072900" sldId="273"/>
            <ac:spMk id="2" creationId="{02775C8E-5593-71E4-7A0E-9BC22FFE9154}"/>
          </ac:spMkLst>
        </pc:spChg>
        <pc:spChg chg="add mod">
          <ac:chgData name="대승 고" userId="8296c006db2f14ee" providerId="LiveId" clId="{F997F1B9-429E-4192-954F-F4CED232CDE9}" dt="2026-05-02T15:11:01.425" v="976" actId="947"/>
          <ac:spMkLst>
            <pc:docMk/>
            <pc:sldMk cId="3331072900" sldId="273"/>
            <ac:spMk id="3" creationId="{29FF76FC-6FEE-61F9-BA72-9542E4E7CE3C}"/>
          </ac:spMkLst>
        </pc:spChg>
        <pc:spChg chg="add mod">
          <ac:chgData name="대승 고" userId="8296c006db2f14ee" providerId="LiveId" clId="{F997F1B9-429E-4192-954F-F4CED232CDE9}" dt="2026-05-02T15:11:01.434" v="980" actId="947"/>
          <ac:spMkLst>
            <pc:docMk/>
            <pc:sldMk cId="3331072900" sldId="273"/>
            <ac:spMk id="4" creationId="{8143C7F1-B30A-A2D0-78B2-61C80E048176}"/>
          </ac:spMkLst>
        </pc:spChg>
        <pc:spChg chg="add mod">
          <ac:chgData name="대승 고" userId="8296c006db2f14ee" providerId="LiveId" clId="{F997F1B9-429E-4192-954F-F4CED232CDE9}" dt="2026-05-02T15:11:01.442" v="984" actId="947"/>
          <ac:spMkLst>
            <pc:docMk/>
            <pc:sldMk cId="3331072900" sldId="273"/>
            <ac:spMk id="5" creationId="{0BC08B5D-3525-DB3F-EB53-8F6AD00438EC}"/>
          </ac:spMkLst>
        </pc:spChg>
        <pc:spChg chg="add mod">
          <ac:chgData name="대승 고" userId="8296c006db2f14ee" providerId="LiveId" clId="{F997F1B9-429E-4192-954F-F4CED232CDE9}" dt="2026-05-02T15:11:01.454" v="988" actId="947"/>
          <ac:spMkLst>
            <pc:docMk/>
            <pc:sldMk cId="3331072900" sldId="273"/>
            <ac:spMk id="6" creationId="{E90E3F83-9F16-6AC1-B849-9631432E86C5}"/>
          </ac:spMkLst>
        </pc:spChg>
        <pc:spChg chg="add mod">
          <ac:chgData name="대승 고" userId="8296c006db2f14ee" providerId="LiveId" clId="{F997F1B9-429E-4192-954F-F4CED232CDE9}" dt="2026-05-02T15:11:01.464" v="992" actId="947"/>
          <ac:spMkLst>
            <pc:docMk/>
            <pc:sldMk cId="3331072900" sldId="273"/>
            <ac:spMk id="7" creationId="{80A9D9A6-05BA-6E7D-D85C-03DF53888889}"/>
          </ac:spMkLst>
        </pc:spChg>
        <pc:spChg chg="add mod">
          <ac:chgData name="대승 고" userId="8296c006db2f14ee" providerId="LiveId" clId="{F997F1B9-429E-4192-954F-F4CED232CDE9}" dt="2026-05-02T15:11:01.475" v="996" actId="947"/>
          <ac:spMkLst>
            <pc:docMk/>
            <pc:sldMk cId="3331072900" sldId="273"/>
            <ac:spMk id="8" creationId="{A94060B3-561C-56E4-6C2D-9699B2F01475}"/>
          </ac:spMkLst>
        </pc:spChg>
        <pc:spChg chg="add mod">
          <ac:chgData name="대승 고" userId="8296c006db2f14ee" providerId="LiveId" clId="{F997F1B9-429E-4192-954F-F4CED232CDE9}" dt="2026-05-02T15:11:01.482" v="1000" actId="947"/>
          <ac:spMkLst>
            <pc:docMk/>
            <pc:sldMk cId="3331072900" sldId="273"/>
            <ac:spMk id="9" creationId="{F63D5014-7330-D26A-D0F2-B8F2054FBEB5}"/>
          </ac:spMkLst>
        </pc:spChg>
        <pc:spChg chg="add mod">
          <ac:chgData name="대승 고" userId="8296c006db2f14ee" providerId="LiveId" clId="{F997F1B9-429E-4192-954F-F4CED232CDE9}" dt="2026-05-02T15:11:01.490" v="1004" actId="947"/>
          <ac:spMkLst>
            <pc:docMk/>
            <pc:sldMk cId="3331072900" sldId="273"/>
            <ac:spMk id="10" creationId="{B434BD96-F4C7-7870-3E8A-5A27C865D887}"/>
          </ac:spMkLst>
        </pc:spChg>
      </pc:sldChg>
      <pc:sldChg chg="addSp modSp add mod setBg">
        <pc:chgData name="대승 고" userId="8296c006db2f14ee" providerId="LiveId" clId="{F997F1B9-429E-4192-954F-F4CED232CDE9}" dt="2026-05-02T15:52:54.019" v="4963" actId="947"/>
        <pc:sldMkLst>
          <pc:docMk/>
          <pc:sldMk cId="3594968852" sldId="274"/>
        </pc:sldMkLst>
        <pc:spChg chg="add mod">
          <ac:chgData name="대승 고" userId="8296c006db2f14ee" providerId="LiveId" clId="{F997F1B9-429E-4192-954F-F4CED232CDE9}" dt="2026-05-02T15:52:53.787" v="4811" actId="947"/>
          <ac:spMkLst>
            <pc:docMk/>
            <pc:sldMk cId="3594968852" sldId="274"/>
            <ac:spMk id="2" creationId="{557BEE88-1BAC-5A46-03F8-609A47DAE6CF}"/>
          </ac:spMkLst>
        </pc:spChg>
        <pc:spChg chg="add mod">
          <ac:chgData name="대승 고" userId="8296c006db2f14ee" providerId="LiveId" clId="{F997F1B9-429E-4192-954F-F4CED232CDE9}" dt="2026-05-02T15:52:53.796" v="4815" actId="947"/>
          <ac:spMkLst>
            <pc:docMk/>
            <pc:sldMk cId="3594968852" sldId="274"/>
            <ac:spMk id="3" creationId="{20598F03-B795-8E9E-34BC-726AFF2BF9E7}"/>
          </ac:spMkLst>
        </pc:spChg>
        <pc:spChg chg="add mod">
          <ac:chgData name="대승 고" userId="8296c006db2f14ee" providerId="LiveId" clId="{F997F1B9-429E-4192-954F-F4CED232CDE9}" dt="2026-05-02T15:52:54.013" v="4959" actId="947"/>
          <ac:spMkLst>
            <pc:docMk/>
            <pc:sldMk cId="3594968852" sldId="274"/>
            <ac:spMk id="6" creationId="{1D4822F6-ECF0-E843-B06D-BDE6A4047DBC}"/>
          </ac:spMkLst>
        </pc:spChg>
        <pc:spChg chg="add mod">
          <ac:chgData name="대승 고" userId="8296c006db2f14ee" providerId="LiveId" clId="{F997F1B9-429E-4192-954F-F4CED232CDE9}" dt="2026-05-02T15:52:54.019" v="4963" actId="947"/>
          <ac:spMkLst>
            <pc:docMk/>
            <pc:sldMk cId="3594968852" sldId="274"/>
            <ac:spMk id="7" creationId="{2D4AA519-BA0B-68F5-D5D1-C212CED264A0}"/>
          </ac:spMkLst>
        </pc:spChg>
        <pc:graphicFrameChg chg="add mod modGraphic">
          <ac:chgData name="대승 고" userId="8296c006db2f14ee" providerId="LiveId" clId="{F997F1B9-429E-4192-954F-F4CED232CDE9}" dt="2026-05-02T15:52:53.887" v="4875" actId="947"/>
          <ac:graphicFrameMkLst>
            <pc:docMk/>
            <pc:sldMk cId="3594968852" sldId="274"/>
            <ac:graphicFrameMk id="4" creationId="{AE7B5873-DD8C-E663-D3ED-2C9B17EE43FD}"/>
          </ac:graphicFrameMkLst>
        </pc:graphicFrameChg>
        <pc:graphicFrameChg chg="add mod modGraphic">
          <ac:chgData name="대승 고" userId="8296c006db2f14ee" providerId="LiveId" clId="{F997F1B9-429E-4192-954F-F4CED232CDE9}" dt="2026-05-02T15:52:54.006" v="4955" actId="947"/>
          <ac:graphicFrameMkLst>
            <pc:docMk/>
            <pc:sldMk cId="3594968852" sldId="274"/>
            <ac:graphicFrameMk id="5" creationId="{AC1BC4E2-8905-537D-FC7B-667D4E407C6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81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6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8C8B8"/>
          </a:solidFill>
          <a:ln w="12700">
            <a:solidFill>
              <a:srgbClr val="A8C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9728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SYSTEM PLANNING DOCUMENT</a:t>
            </a:r>
            <a:endParaRPr lang="en-US" sz="1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2834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소환 재선택 시스템</a:t>
            </a:r>
            <a:endParaRPr lang="en-US" sz="48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중복 SSR 손실 체감을 완화하는 후속 선택 보정 장치</a:t>
            </a:r>
            <a:endParaRPr lang="en-US" sz="16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4754880"/>
            <a:ext cx="1828800" cy="0"/>
          </a:xfrm>
          <a:prstGeom prst="line">
            <a:avLst/>
          </a:prstGeom>
          <a:noFill/>
          <a:ln w="25400">
            <a:solidFill>
              <a:srgbClr val="A8C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9728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작성자  </a:t>
            </a:r>
            <a:r>
              <a:rPr lang="en-US" sz="11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|  고대승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v2  |  Development Spec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A9562917-60BE-C53B-B92B-007B65745851}"/>
              </a:ext>
            </a:extLst>
          </p:cNvPr>
          <p:cNvSpPr txBox="1"/>
          <p:nvPr/>
        </p:nvSpPr>
        <p:spPr>
          <a:xfrm>
            <a:off x="457200" y="304800"/>
            <a:ext cx="11252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0242C814-C4A2-3025-63EA-4077D3E9D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662647"/>
              </p:ext>
            </p:extLst>
          </p:nvPr>
        </p:nvGraphicFramePr>
        <p:xfrm>
          <a:off x="457200" y="1219200"/>
          <a:ext cx="112776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44277896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493976885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320259472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섹션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5944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개요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정의와 목적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6668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 정의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 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SSR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손실 체감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80064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플레이 흐름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유저 행동과 시스템 처리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1096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구성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화면별 정보와 상태 변화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96514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규칙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보정 구조와 확정 방식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57311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핵심 수치 및 설계 근거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횟수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비용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7069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피드백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연출 및 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마크 규칙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체감과 표시 규칙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437910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0A794C10-8675-BF53-B770-2E2ED13901A9}"/>
              </a:ext>
            </a:extLst>
          </p:cNvPr>
          <p:cNvSpPr txBox="1"/>
          <p:nvPr/>
        </p:nvSpPr>
        <p:spPr>
          <a:xfrm>
            <a:off x="457200" y="6451600"/>
            <a:ext cx="533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소환 재선택 시스템 기획서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CB5103-92D9-F0D1-5073-B8CAE3D1974E}"/>
              </a:ext>
            </a:extLst>
          </p:cNvPr>
          <p:cNvSpPr txBox="1"/>
          <p:nvPr/>
        </p:nvSpPr>
        <p:spPr>
          <a:xfrm>
            <a:off x="11430000" y="64516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0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01.</a:t>
            </a:r>
            <a:endParaRPr lang="en-US" sz="1800" b="1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시스템 개요</a:t>
            </a:r>
            <a:endParaRPr lang="en-US" sz="2200" b="1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9525">
            <a:solidFill>
              <a:srgbClr val="E8EC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소환 재선택 시스템 기획서</a:t>
            </a:r>
            <a:endParaRPr lang="en-US" sz="9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시스템 정의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1828800"/>
          </a:xfrm>
          <a:prstGeom prst="rect">
            <a:avLst/>
          </a:prstGeom>
          <a:solidFill>
            <a:srgbClr val="EEF4F0"/>
          </a:solidFill>
          <a:ln w="12700">
            <a:solidFill>
              <a:srgbClr val="A8C8B8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10회 소환 결과를 확인한 뒤,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최고 등급의 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중복된 SSR 결과를 후속 선택 기회로 전환하는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보정 시스템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핵심 목적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91440" cy="868680"/>
          </a:xfrm>
          <a:prstGeom prst="rect">
            <a:avLst/>
          </a:prstGeom>
          <a:solidFill>
            <a:srgbClr val="6FA088"/>
          </a:solidFill>
          <a:ln w="12700">
            <a:solidFill>
              <a:srgbClr val="6FA0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0" y="16733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손실 체감 완화</a:t>
            </a:r>
            <a:endParaRPr lang="en-US" sz="13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19842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수집 후반부에 반복 발생하는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중복 SSR의 손실 체감 완화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7920" y="2560320"/>
            <a:ext cx="91440" cy="868680"/>
          </a:xfrm>
          <a:prstGeom prst="rect">
            <a:avLst/>
          </a:prstGeom>
          <a:solidFill>
            <a:srgbClr val="6FA088"/>
          </a:solidFill>
          <a:ln w="12700">
            <a:solidFill>
              <a:srgbClr val="6FA0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0" y="26334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과금 효율 완충</a:t>
            </a:r>
            <a:endParaRPr lang="en-US" sz="13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944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운 요소로 인해 무너지는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과금 효율 체감 완충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메인 플로우</a:t>
            </a:r>
            <a:endParaRPr lang="en-US" sz="1400" b="1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4F0"/>
          </a:solidFill>
          <a:ln w="19050">
            <a:solidFill>
              <a:srgbClr val="A8C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10회 소환</a:t>
            </a:r>
            <a:endParaRPr lang="en-US" sz="16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50109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직접 획득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063240" y="47091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›</a:t>
            </a:r>
            <a:endParaRPr lang="en-US" sz="2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10128" y="42976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4F0"/>
          </a:solidFill>
          <a:ln w="19050">
            <a:solidFill>
              <a:srgbClr val="A8C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310128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결과 팝업</a:t>
            </a:r>
            <a:endParaRPr lang="en-US" sz="16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10128" y="50109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결과 체감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16168" y="47091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›</a:t>
            </a:r>
            <a:endParaRPr lang="en-US" sz="2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63056" y="42976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7F1E1"/>
          </a:solidFill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163056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확정 관리</a:t>
            </a:r>
            <a:endParaRPr lang="en-US" sz="16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63056" y="50109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후속 선택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769096" y="47091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›</a:t>
            </a:r>
            <a:endParaRPr lang="en-US" sz="2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015984" y="42976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4F0"/>
          </a:solidFill>
          <a:ln w="19050">
            <a:solidFill>
              <a:srgbClr val="A8C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015984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인벤토리</a:t>
            </a:r>
            <a:endParaRPr lang="en-US" sz="16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015984" y="50109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보유 누적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03</a:t>
            </a:r>
            <a:endParaRPr lang="en-US" sz="9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02.</a:t>
            </a:r>
            <a:endParaRPr lang="en-US" sz="1800" b="1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문제 정의</a:t>
            </a:r>
            <a:endParaRPr lang="en-US" sz="2400" b="1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9525">
            <a:solidFill>
              <a:srgbClr val="E8EC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소환 재선택 시스템 기획서</a:t>
            </a:r>
            <a:endParaRPr lang="en-US" sz="9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가챠형 수집 구조는 보유 슬롯이 채워질수록 원하는 결과를 얻기 어려워진다.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초반에는</a:t>
            </a:r>
            <a:r>
              <a:rPr lang="en-US" sz="12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 대부분의 SSR이 신규 획득으로 읽히지만, 후반부에는 같은 결과가 반복되며 중복 SSR이 손실처럼 체감된다.</a:t>
            </a:r>
            <a:endParaRPr lang="en-US" sz="1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657600" cy="1828800"/>
          </a:xfrm>
          <a:prstGeom prst="rect">
            <a:avLst/>
          </a:prstGeom>
          <a:solidFill>
            <a:srgbClr val="F5E5D8"/>
          </a:solidFill>
          <a:ln w="12700">
            <a:solidFill>
              <a:srgbClr val="C97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01</a:t>
            </a:r>
            <a:endParaRPr lang="en-US" sz="2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보장의 부재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더 많은 재화를 사용해도 원하는 결과가 보장되지 않는다고 느낀다.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51960" y="1920240"/>
            <a:ext cx="3657600" cy="1828800"/>
          </a:xfrm>
          <a:prstGeom prst="rect">
            <a:avLst/>
          </a:prstGeom>
          <a:solidFill>
            <a:srgbClr val="F5E5D8"/>
          </a:solidFill>
          <a:ln w="12700">
            <a:solidFill>
              <a:srgbClr val="C97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3484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02</a:t>
            </a:r>
            <a:endParaRPr lang="en-US" sz="2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3484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결과의 실패 인식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34840" y="2971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중복 SSR이 나오는 순간 소환 결과 전체가 실패처럼 읽힌다.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657600" cy="1828800"/>
          </a:xfrm>
          <a:prstGeom prst="rect">
            <a:avLst/>
          </a:prstGeom>
          <a:solidFill>
            <a:srgbClr val="F5E5D8"/>
          </a:solidFill>
          <a:ln w="12700">
            <a:solidFill>
              <a:srgbClr val="C97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03</a:t>
            </a:r>
            <a:endParaRPr lang="en-US" sz="2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후속 행동 단절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0" y="2971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결과 확인 이후 이어지는 후속 행동이 없어서 뽑기 경험이 바로 종료된다.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기대 효과 — 이 시스템이 만드는 변화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3657600" cy="1691640"/>
          </a:xfrm>
          <a:prstGeom prst="rect">
            <a:avLst/>
          </a:prstGeom>
          <a:solidFill>
            <a:srgbClr val="E5EFE9"/>
          </a:solidFill>
          <a:ln w="12700">
            <a:solidFill>
              <a:srgbClr val="6FA0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✓</a:t>
            </a:r>
            <a:endParaRPr lang="en-US" sz="2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기회로의 전환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5577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중복 SSR을 즉시 손실이 아닌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후속 선택 기회로 전환한다.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51960" y="4526280"/>
            <a:ext cx="3657600" cy="1691640"/>
          </a:xfrm>
          <a:prstGeom prst="rect">
            <a:avLst/>
          </a:prstGeom>
          <a:solidFill>
            <a:srgbClr val="E5EFE9"/>
          </a:solidFill>
          <a:ln w="12700">
            <a:solidFill>
              <a:srgbClr val="6FA0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434840" y="4663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✓</a:t>
            </a:r>
            <a:endParaRPr lang="en-US" sz="2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43484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뽑기 동기 유지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34840" y="5577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수집 후반부에도 뽑기 지속 동기가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완전히 무너지지 않도록 한다.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46720" y="4526280"/>
            <a:ext cx="3657600" cy="1691640"/>
          </a:xfrm>
          <a:prstGeom prst="rect">
            <a:avLst/>
          </a:prstGeom>
          <a:solidFill>
            <a:srgbClr val="E5EFE9"/>
          </a:solidFill>
          <a:ln w="12700">
            <a:solidFill>
              <a:srgbClr val="6FA0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229600" y="4663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✓</a:t>
            </a:r>
            <a:endParaRPr lang="en-US" sz="22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후속 행동 생성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0" y="5577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소환 결과 확인 이후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‘확정 관리’라는 후속 행동을 만든다.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04</a:t>
            </a:r>
            <a:endParaRPr lang="en-US" sz="9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F182DD2-3422-BEEB-E758-B2D4FB49054D}"/>
              </a:ext>
            </a:extLst>
          </p:cNvPr>
          <p:cNvSpPr txBox="1"/>
          <p:nvPr/>
        </p:nvSpPr>
        <p:spPr>
          <a:xfrm>
            <a:off x="457200" y="304800"/>
            <a:ext cx="63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03.</a:t>
            </a:r>
            <a:endParaRPr lang="ko-KR" altLang="en-US" sz="2400" b="1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6BBC9-9C01-3996-F2E6-079A7DD01EEE}"/>
              </a:ext>
            </a:extLst>
          </p:cNvPr>
          <p:cNvSpPr txBox="1"/>
          <p:nvPr/>
        </p:nvSpPr>
        <p:spPr>
          <a:xfrm>
            <a:off x="1092200" y="3048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플레이 흐름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53E465-AEFC-AEC3-79F7-4B27B8B89729}"/>
              </a:ext>
            </a:extLst>
          </p:cNvPr>
          <p:cNvSpPr txBox="1"/>
          <p:nvPr/>
        </p:nvSpPr>
        <p:spPr>
          <a:xfrm>
            <a:off x="457200" y="914400"/>
            <a:ext cx="112776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소환 결과 이후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 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SSR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있을 때만 재선택 단계가 열리고 최종 선택 후 보유 결과가 정리된다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62EFC5B-C718-971E-37AC-9ED81F005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709872"/>
              </p:ext>
            </p:extLst>
          </p:nvPr>
        </p:nvGraphicFramePr>
        <p:xfrm>
          <a:off x="457200" y="1498600"/>
          <a:ext cx="11277600" cy="330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992416349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80843697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847860835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4213104028"/>
                    </a:ext>
                  </a:extLst>
                </a:gridCol>
              </a:tblGrid>
              <a:tr h="471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유저 행동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처리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572145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소환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소환 실행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생성 및 보유 결과 반영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팝업 진입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9477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확인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확인 또는 추가 소환 판단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 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SSR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여부 판단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대상 유무 결정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351979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 관리 진입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 관리 화면 진입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 대기 목록 표시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후속 선택 가능 상태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175510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버튼 사용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전환기 차감 후 다음 후보 개방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후보 확대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22745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선택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또는 후보 중 하나 확정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수령 대상 정리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팝업 표시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348927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후 종료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상태 반영 완료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화면 복귀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18955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3F760A0-8B7E-8029-61C6-3E2A12BE3F92}"/>
              </a:ext>
            </a:extLst>
          </p:cNvPr>
          <p:cNvSpPr txBox="1"/>
          <p:nvPr/>
        </p:nvSpPr>
        <p:spPr>
          <a:xfrm>
            <a:off x="457200" y="5054600"/>
            <a:ext cx="112776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</a:t>
            </a:r>
            <a:r>
              <a:rPr lang="en-US" altLang="ko-KR" sz="12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팝업은 확인 단계이고</a:t>
            </a:r>
            <a:r>
              <a:rPr lang="en-US" altLang="ko-KR" sz="12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정리는 확정 관리 화면에서 이루어진다</a:t>
            </a:r>
            <a:r>
              <a:rPr lang="en-US" altLang="ko-KR" sz="12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 b="1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97FFAD-85BA-4326-12B2-413E9D1701D1}"/>
              </a:ext>
            </a:extLst>
          </p:cNvPr>
          <p:cNvSpPr txBox="1"/>
          <p:nvPr/>
        </p:nvSpPr>
        <p:spPr>
          <a:xfrm>
            <a:off x="457200" y="6451600"/>
            <a:ext cx="533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소환 재선택 시스템 기획서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F6FD7-2CF9-1054-868F-304308F5F81A}"/>
              </a:ext>
            </a:extLst>
          </p:cNvPr>
          <p:cNvSpPr txBox="1"/>
          <p:nvPr/>
        </p:nvSpPr>
        <p:spPr>
          <a:xfrm>
            <a:off x="11430000" y="64516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0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AFE0409-82C6-D435-35DB-8CB6001DF79B}"/>
              </a:ext>
            </a:extLst>
          </p:cNvPr>
          <p:cNvSpPr txBox="1"/>
          <p:nvPr/>
        </p:nvSpPr>
        <p:spPr>
          <a:xfrm>
            <a:off x="457200" y="304800"/>
            <a:ext cx="63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04.</a:t>
            </a:r>
            <a:endParaRPr lang="ko-KR" altLang="en-US" sz="2400" b="1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90B108-C156-BAC5-3DC0-33F5DBAF904B}"/>
              </a:ext>
            </a:extLst>
          </p:cNvPr>
          <p:cNvSpPr txBox="1"/>
          <p:nvPr/>
        </p:nvSpPr>
        <p:spPr>
          <a:xfrm>
            <a:off x="1092200" y="3048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구성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5E34AE4-342A-1BC4-85E0-378937CB0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878722"/>
              </p:ext>
            </p:extLst>
          </p:nvPr>
        </p:nvGraphicFramePr>
        <p:xfrm>
          <a:off x="304800" y="1117600"/>
          <a:ext cx="11582400" cy="3842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3911638263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392962849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0571503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906314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화면명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정보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 행동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 변화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716560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소환 화면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보석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 관리 진입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영웅 인벤토리 진입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10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소환 버튼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소환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 관리 진입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영웅 인벤토리 진입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보석 차감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생성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팝업 오픈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505581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팝업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결과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소환 버튼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닫기 버튼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소환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닫기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결과 갱신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 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SSR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누적 가능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830600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 관리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 대기 목록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전환기 보유량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버튼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선택 버튼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 선택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선택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닫기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 개방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전환기 감소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 대상 정리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1138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영웅 보유 현황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영웅 목록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수량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닫기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읽기 전용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050996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팝업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선택된 영웅 정보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버튼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상태 종료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06715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3C5FDB5-7FCB-57C0-2853-3D8D20FB57C4}"/>
              </a:ext>
            </a:extLst>
          </p:cNvPr>
          <p:cNvSpPr txBox="1"/>
          <p:nvPr/>
        </p:nvSpPr>
        <p:spPr>
          <a:xfrm>
            <a:off x="457200" y="6451600"/>
            <a:ext cx="533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소환 재선택 시스템 기획서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AEBDFA-7959-6316-DA80-DB87B26A23C1}"/>
              </a:ext>
            </a:extLst>
          </p:cNvPr>
          <p:cNvSpPr txBox="1"/>
          <p:nvPr/>
        </p:nvSpPr>
        <p:spPr>
          <a:xfrm>
            <a:off x="11430000" y="64516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0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2356C79-1FBF-36B2-1363-A0D062E2670A}"/>
              </a:ext>
            </a:extLst>
          </p:cNvPr>
          <p:cNvSpPr txBox="1"/>
          <p:nvPr/>
        </p:nvSpPr>
        <p:spPr>
          <a:xfrm>
            <a:off x="457200" y="304800"/>
            <a:ext cx="63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05.</a:t>
            </a:r>
            <a:endParaRPr lang="ko-KR" altLang="en-US" sz="2400" b="1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8F7CE7-E5C6-BD8E-34F2-20F5EE79F827}"/>
              </a:ext>
            </a:extLst>
          </p:cNvPr>
          <p:cNvSpPr txBox="1"/>
          <p:nvPr/>
        </p:nvSpPr>
        <p:spPr>
          <a:xfrm>
            <a:off x="1092200" y="3048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규칙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EE5DAB-4C05-7664-7495-C4576EDA507D}"/>
              </a:ext>
            </a:extLst>
          </p:cNvPr>
          <p:cNvSpPr txBox="1"/>
          <p:nvPr/>
        </p:nvSpPr>
        <p:spPr>
          <a:xfrm>
            <a:off x="457200" y="914400"/>
            <a:ext cx="112776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시스템의 핵심은 중복 </a:t>
            </a:r>
            <a:r>
              <a:rPr lang="en-US" altLang="ko-KR" sz="1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SSR</a:t>
            </a:r>
            <a:r>
              <a:rPr lang="ko-KR" altLang="en-US" sz="1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그냥 두지 않는 것이 아니라</a:t>
            </a:r>
            <a:r>
              <a:rPr lang="en-US" altLang="ko-KR" sz="1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획득 가치보다 강해지지 않게 후속 선택으로 정리하는 데 있다</a:t>
            </a:r>
            <a:r>
              <a:rPr lang="en-US" altLang="ko-KR" sz="1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39B65DB-A633-E626-0FDA-56F1F81DC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660815"/>
              </p:ext>
            </p:extLst>
          </p:nvPr>
        </p:nvGraphicFramePr>
        <p:xfrm>
          <a:off x="457200" y="1498600"/>
          <a:ext cx="11277600" cy="330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3517687306"/>
                    </a:ext>
                  </a:extLst>
                </a:gridCol>
                <a:gridCol w="6604000">
                  <a:extLst>
                    <a:ext uri="{9D8B030D-6E8A-4147-A177-3AD203B41FA5}">
                      <a16:colId xmlns:a16="http://schemas.microsoft.com/office/drawing/2014/main" val="335243782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66606804"/>
                    </a:ext>
                  </a:extLst>
                </a:gridCol>
              </a:tblGrid>
              <a:tr h="550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항목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9347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판정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 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SSR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발생했을 때만 재선택 대상이 열린다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획득만 있으면 미노출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251522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구조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결과는 유지한 채 후보를 순차적으로 개방한다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직접 획득 가치 보호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313023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선택 방식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또는 개방된 후보 중 하나만 최종 확정한다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 수령 아님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627579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팝업 역할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팝업은 확인 단계이며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확정은 확정 관리에서 진행한다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 분리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123269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만료 처리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 시간 안에 정리해야 하며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 저장 기능처럼 쓰지 않는다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 악용 방지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65351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6FE42BF-B723-B001-2E93-2B4A67404863}"/>
              </a:ext>
            </a:extLst>
          </p:cNvPr>
          <p:cNvSpPr txBox="1"/>
          <p:nvPr/>
        </p:nvSpPr>
        <p:spPr>
          <a:xfrm>
            <a:off x="457200" y="6451600"/>
            <a:ext cx="533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소환 재선택 시스템 기획서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942AFF-30DF-5A73-E46D-F57809B89EF9}"/>
              </a:ext>
            </a:extLst>
          </p:cNvPr>
          <p:cNvSpPr txBox="1"/>
          <p:nvPr/>
        </p:nvSpPr>
        <p:spPr>
          <a:xfrm>
            <a:off x="11430000" y="64516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0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1210F3-1757-AC88-1E2D-D91377635E54}"/>
              </a:ext>
            </a:extLst>
          </p:cNvPr>
          <p:cNvSpPr txBox="1"/>
          <p:nvPr/>
        </p:nvSpPr>
        <p:spPr>
          <a:xfrm>
            <a:off x="457200" y="304800"/>
            <a:ext cx="63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06.</a:t>
            </a:r>
            <a:endParaRPr lang="ko-KR" altLang="en-US" sz="2400" b="1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D8285-D9E8-E25B-EA94-4ED1660F0EC3}"/>
              </a:ext>
            </a:extLst>
          </p:cNvPr>
          <p:cNvSpPr txBox="1"/>
          <p:nvPr/>
        </p:nvSpPr>
        <p:spPr>
          <a:xfrm>
            <a:off x="1092200" y="3048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재선택 핵심 수치 및 설계 근거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FF433EF-078B-53C2-A39A-9BDC5DF61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632101"/>
              </p:ext>
            </p:extLst>
          </p:nvPr>
        </p:nvGraphicFramePr>
        <p:xfrm>
          <a:off x="457200" y="1524000"/>
          <a:ext cx="11277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59085616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95547314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10848020"/>
                    </a:ext>
                  </a:extLst>
                </a:gridCol>
                <a:gridCol w="6070600">
                  <a:extLst>
                    <a:ext uri="{9D8B030D-6E8A-4147-A177-3AD203B41FA5}">
                      <a16:colId xmlns:a16="http://schemas.microsoft.com/office/drawing/2014/main" val="38856678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</a:t>
                      </a:r>
                      <a:endParaRPr lang="ko-KR" altLang="en-US" sz="1100" b="1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  <a:endParaRPr lang="ko-KR" altLang="en-US" sz="1100" b="1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100" b="1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1100" b="1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62069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reselect_limit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소환 결과당 재선택 가능 횟수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4034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reselect_cost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회당 필요한 전환기 수량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확정 시 차감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3911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reselect_condition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duplicate_ssr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 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SSR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발생 시에만 재선택 가능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5750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reselect_expire_hours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  <a:endParaRPr lang="ko-KR" altLang="en-US" sz="1000" b="0" i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보류 가능 시간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1436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6DA285-B207-29A0-9761-E8EFA7B94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60831"/>
              </p:ext>
            </p:extLst>
          </p:nvPr>
        </p:nvGraphicFramePr>
        <p:xfrm>
          <a:off x="457200" y="3149600"/>
          <a:ext cx="11277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119208430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590393427"/>
                    </a:ext>
                  </a:extLst>
                </a:gridCol>
                <a:gridCol w="7721600">
                  <a:extLst>
                    <a:ext uri="{9D8B030D-6E8A-4147-A177-3AD203B41FA5}">
                      <a16:colId xmlns:a16="http://schemas.microsoft.com/office/drawing/2014/main" val="22249067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값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근거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721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가능 횟수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체감은 주되 직접 획득 가치가 보정 시스템보다 커지지 않도록 상한 설정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79429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비용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전환기 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공짜 보정처럼 읽히지 않게 최소 비용 부여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9319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재선택까지 남은 시간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캐릭터 출시 이후까지 결과를 보류해 재선택을 악용하는 상황을 막기 위한 제한 시간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17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FA525B-7928-15EF-79FC-8D68D4F9C62F}"/>
              </a:ext>
            </a:extLst>
          </p:cNvPr>
          <p:cNvSpPr txBox="1"/>
          <p:nvPr/>
        </p:nvSpPr>
        <p:spPr>
          <a:xfrm>
            <a:off x="457200" y="6451600"/>
            <a:ext cx="533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소환 재선택 시스템 기획서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63B31-8D6A-E969-76FC-98AEE3568CE8}"/>
              </a:ext>
            </a:extLst>
          </p:cNvPr>
          <p:cNvSpPr txBox="1"/>
          <p:nvPr/>
        </p:nvSpPr>
        <p:spPr>
          <a:xfrm>
            <a:off x="11430000" y="64516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0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06C6D3-7FA5-654D-8422-5E77D3E0398E}"/>
              </a:ext>
            </a:extLst>
          </p:cNvPr>
          <p:cNvSpPr/>
          <p:nvPr/>
        </p:nvSpPr>
        <p:spPr>
          <a:xfrm>
            <a:off x="457200" y="1092200"/>
            <a:ext cx="3175000" cy="431800"/>
          </a:xfrm>
          <a:prstGeom prst="rect">
            <a:avLst/>
          </a:prstGeom>
          <a:solidFill>
            <a:srgbClr val="A8C8B8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tlCol="0" anchor="ctr"/>
          <a:lstStyle/>
          <a:p>
            <a:pPr algn="ctr"/>
            <a:r>
              <a:rPr lang="en-US" altLang="ko-KR" sz="1200" b="1">
                <a:solidFill>
                  <a:srgbClr val="22222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Table_ReselectConfig</a:t>
            </a:r>
            <a:endParaRPr lang="ko-KR" altLang="en-US" sz="1200" b="1">
              <a:solidFill>
                <a:srgbClr val="22222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3E6409-55EB-F177-1BE6-8B7B0973F73B}"/>
              </a:ext>
            </a:extLst>
          </p:cNvPr>
          <p:cNvSpPr/>
          <p:nvPr/>
        </p:nvSpPr>
        <p:spPr>
          <a:xfrm>
            <a:off x="3632200" y="1092200"/>
            <a:ext cx="8102600" cy="431800"/>
          </a:xfrm>
          <a:prstGeom prst="rect">
            <a:avLst/>
          </a:prstGeom>
          <a:solidFill>
            <a:srgbClr val="A8C8B8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tlCol="0" anchor="ctr"/>
          <a:lstStyle/>
          <a:p>
            <a:pPr algn="ctr"/>
            <a:r>
              <a:rPr lang="ko-KR" altLang="en-US" sz="1100">
                <a:solidFill>
                  <a:srgbClr val="22222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재선택 핵심 수치 관리 테이블</a:t>
            </a:r>
          </a:p>
        </p:txBody>
      </p:sp>
    </p:spTree>
    <p:extLst>
      <p:ext uri="{BB962C8B-B14F-4D97-AF65-F5344CB8AC3E}">
        <p14:creationId xmlns:p14="http://schemas.microsoft.com/office/powerpoint/2010/main" val="1067244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7BEE88-1BAC-5A46-03F8-609A47DAE6CF}"/>
              </a:ext>
            </a:extLst>
          </p:cNvPr>
          <p:cNvSpPr txBox="1"/>
          <p:nvPr/>
        </p:nvSpPr>
        <p:spPr>
          <a:xfrm>
            <a:off x="457200" y="304800"/>
            <a:ext cx="63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07.</a:t>
            </a:r>
            <a:endParaRPr lang="ko-KR" altLang="en-US" sz="2400" b="1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98F03-B795-8E9E-34BC-726AFF2BF9E7}"/>
              </a:ext>
            </a:extLst>
          </p:cNvPr>
          <p:cNvSpPr txBox="1"/>
          <p:nvPr/>
        </p:nvSpPr>
        <p:spPr>
          <a:xfrm>
            <a:off x="1092200" y="3048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</a:t>
            </a:r>
            <a:r>
              <a:rPr lang="en-US" altLang="ko-KR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연출 및 </a:t>
            </a:r>
            <a:r>
              <a:rPr lang="en-US" altLang="ko-KR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 </a:t>
            </a:r>
            <a:r>
              <a:rPr lang="ko-KR" altLang="en-US" sz="2400" b="1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마크 규칙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E7B5873-DD8C-E663-D3ED-2C9B17EE4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564192"/>
              </p:ext>
            </p:extLst>
          </p:nvPr>
        </p:nvGraphicFramePr>
        <p:xfrm>
          <a:off x="457200" y="1066800"/>
          <a:ext cx="11277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9364316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980685196"/>
                    </a:ext>
                  </a:extLst>
                </a:gridCol>
                <a:gridCol w="6451600">
                  <a:extLst>
                    <a:ext uri="{9D8B030D-6E8A-4147-A177-3AD203B41FA5}">
                      <a16:colId xmlns:a16="http://schemas.microsoft.com/office/drawing/2014/main" val="210080286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타이밍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발생 조건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또는 연출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30745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버튼 사용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재선택 가능 상태에서 버튼 클릭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전환기 차감 수치 갱신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후보 슬롯 개방 피드백 표시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94753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 개방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 슬롯이 새로 열릴 때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후보 카드 강조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선택 대상 이동 표시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95020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선택 확정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또는 후보 중 하나 선택 후 확정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팝업 표시</a:t>
                      </a:r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수령 대상 강조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7379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만료 안내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 시간 경과 직전 또는 경과 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남은 시간 또는 자동 처리 안내 문구 표시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22146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C1BC4E2-8905-537D-FC7B-667D4E407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069916"/>
              </p:ext>
            </p:extLst>
          </p:nvPr>
        </p:nvGraphicFramePr>
        <p:xfrm>
          <a:off x="457200" y="3606800"/>
          <a:ext cx="11277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155268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23680850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1983476126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73492388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조건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방식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63500" marR="63500" marT="38100" marB="38100">
                    <a:solidFill>
                      <a:srgbClr val="A8C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06988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마크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수령 결과가 미보유 영웅일 때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팝업과 보유 화면에서 표시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 미확정 상태에서는 미표시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32381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선택 상태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원본을 현재 선택 중일 때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 카드 강조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후보와 구분 필요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6968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 선택 상태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후보를 현재 선택 중일 때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선택된 후보 카드 강조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원본과 동일 규칙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385668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 상태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 보유 중인 영웅일 때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 </a:t>
                      </a:r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미표시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수만 갱신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6369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D4822F6-ECF0-E843-B06D-BDE6A4047DBC}"/>
              </a:ext>
            </a:extLst>
          </p:cNvPr>
          <p:cNvSpPr txBox="1"/>
          <p:nvPr/>
        </p:nvSpPr>
        <p:spPr>
          <a:xfrm>
            <a:off x="457200" y="6451600"/>
            <a:ext cx="533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소환 재선택 시스템 기획서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4AA519-BA0B-68F5-D5D1-C212CED264A0}"/>
              </a:ext>
            </a:extLst>
          </p:cNvPr>
          <p:cNvSpPr txBox="1"/>
          <p:nvPr/>
        </p:nvSpPr>
        <p:spPr>
          <a:xfrm>
            <a:off x="11430000" y="64516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0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4968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8C8B8"/>
          </a:solidFill>
          <a:ln w="12700">
            <a:solidFill>
              <a:srgbClr val="A8C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97280" y="2743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THANK YOU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소환 재선택 시스템</a:t>
            </a:r>
            <a:endParaRPr lang="en-US" sz="40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System Planning Document  |  v2</a:t>
            </a:r>
            <a:endParaRPr lang="en-US" sz="14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4663440"/>
            <a:ext cx="1828800" cy="0"/>
          </a:xfrm>
          <a:prstGeom prst="line">
            <a:avLst/>
          </a:prstGeom>
          <a:noFill/>
          <a:ln w="25400">
            <a:solidFill>
              <a:srgbClr val="A8C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9728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작성자  </a:t>
            </a:r>
            <a:r>
              <a:rPr lang="en-US" sz="1100" b="1" dirty="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pitchFamily="34" charset="-120"/>
              </a:rPr>
              <a:t>|  고대승</a:t>
            </a:r>
            <a:endParaRPr lang="en-US" sz="1100" dirty="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997</Words>
  <Application>Microsoft Office PowerPoint</Application>
  <PresentationFormat>와이드스크린</PresentationFormat>
  <Paragraphs>262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소환 재선택 시스템 기획서</dc:title>
  <dc:subject>PptxGenJS Presentation</dc:subject>
  <dc:creator>고대승</dc:creator>
  <cp:lastModifiedBy>대승 고</cp:lastModifiedBy>
  <cp:revision>5</cp:revision>
  <dcterms:created xsi:type="dcterms:W3CDTF">2026-05-01T16:24:58Z</dcterms:created>
  <dcterms:modified xsi:type="dcterms:W3CDTF">2026-05-02T15:54:42Z</dcterms:modified>
</cp:coreProperties>
</file>