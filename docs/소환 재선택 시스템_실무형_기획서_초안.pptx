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93268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96112" y="160934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 손실 체감을 완화하고, 소환 결과 이후의 후속 선택 경험을 설계하는 시스템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6112" y="2423160"/>
            <a:ext cx="4892040" cy="1115568"/>
          </a:xfrm>
          <a:prstGeom prst="roundRect">
            <a:avLst>
              <a:gd name="adj" fmla="val 4918"/>
            </a:avLst>
          </a:prstGeom>
          <a:solidFill>
            <a:srgbClr val="E8F1FF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53288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목적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2752344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문서는 시스템의 필요성과 역할을 설명하는 동시에, 개발자가 구현 기준으로 사용할 수 있는 핵심 규칙과 예외를 함께 정리한다.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96112" y="3840480"/>
            <a:ext cx="4892040" cy="1060704"/>
          </a:xfrm>
          <a:prstGeom prst="roundRect">
            <a:avLst>
              <a:gd name="adj" fmla="val 5172"/>
            </a:avLst>
          </a:prstGeom>
          <a:solidFill>
            <a:srgbClr val="EAF8E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95020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2416" y="416966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 구조를 대체하지 않고, 운 요소로 인해 무너지는 과금 효율 체감을 완충하는 후속 선택 장치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5687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실무형 기획서 초안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후반부의 중복 SSR은 성장보다 손실로 체감되기 쉽다.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53035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슬롯이 채워질수록 원하는 결과를 얻기 위한 난이도가 급격히 상승한다.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구간에서 중복 SSR은 희귀 결과가 아니라 원하는 결과를 얻지 못한 실패로 읽히기 쉽다.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많은 재화를 써도 성과가 보장되지 않는다는 인식이 강해지면, 뽑기 지속 의사가 약해질 수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224528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43342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4984" y="4553712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SSR이 누적될수록 과금 가치보다 손실감이 더 크게 남는다.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27632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E8F1FF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7373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55664" y="1956816"/>
            <a:ext cx="4526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희귀 결과를 즉시 손실로 끝내지 않고, 후속 선택 경험으로 전환한다.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55080" y="2697480"/>
            <a:ext cx="457200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획득의 가치는 유지한다.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결과는 보정 가능한 결과로 재인식하게 만든다.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이후에도 의미 있는 행동이 한 번 더 이어지도록 설계한다.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전체 맥락에서의 역할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결과의 감정 경험을 후속 행동으로 연결하는 메인 루프 보정 장치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554480"/>
          <a:ext cx="10561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60520"/>
                <a:gridCol w="4572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체감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 획득 경험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희귀 결과 기대감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 결과를 먼저 체감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희귀도 가치 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SSR을 후속 선택 대상으로 전환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손실 완화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영웅 인벤토리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 결과 누적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감각 강화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" y="4956048"/>
            <a:ext cx="10351008" cy="841248"/>
          </a:xfrm>
          <a:prstGeom prst="roundRect">
            <a:avLst>
              <a:gd name="adj" fmla="val 6522"/>
            </a:avLst>
          </a:prstGeom>
          <a:solidFill>
            <a:srgbClr val="E8F1FF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065776"/>
            <a:ext cx="10076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87552" y="5285232"/>
            <a:ext cx="10076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시스템은 소환을 대체하는 획득 수단이 아니라, 소환 결과 이후 행동이 끊기지 않도록 잇는 감정 정리 장치다.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→ 결과 확인 → 확정 관리 → 보유 누적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00200"/>
            <a:ext cx="530352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소환 결과는 결과 팝업에서 먼저 보여준다.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팝업 확인 이전에 즉시 보유 현황에 반영된다.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결과는 확정 관리 대상이 되어 후속 선택 기회를 만든다.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 결과는 보유량 재조정 후 확정 관리 목록에서 제거된다.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차감, 결과 생성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인벤토리 반영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대기 행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원본/후보 중 택1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보유량 갱신, 행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4864608"/>
            <a:ext cx="10241280" cy="841248"/>
          </a:xfrm>
          <a:prstGeom prst="roundRect">
            <a:avLst>
              <a:gd name="adj" fmla="val 6522"/>
            </a:avLst>
          </a:prstGeom>
          <a:solidFill>
            <a:srgbClr val="EAF8E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4984" y="497433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14984" y="519379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재선택은 메인 기능이 아니라, 소환 결과를 본 뒤에만 의미가 생기는 후속 구조로 둔다.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 가치와 후속 보정 가치를 분리하는 구조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572768"/>
          <a:ext cx="10469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841248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유입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결과 중 SSR은 즉시 확정 관리 대기 리스트에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반영 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표시 전에 즉시 인벤토리에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시 원본 SSR은 항상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외 후보 슬롯 2개까지 순차 개방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1회당 전환기 1개 소모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또는 열린 후보 중 1개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보유량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외 후보 선택 시 원본 -1, 선택 대상 +1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" y="5358384"/>
            <a:ext cx="10332720" cy="694944"/>
          </a:xfrm>
          <a:prstGeom prst="roundRect">
            <a:avLst>
              <a:gd name="adj" fmla="val 7895"/>
            </a:avLst>
          </a:prstGeom>
          <a:solidFill>
            <a:srgbClr val="FFF6E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546811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해석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87552" y="56875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시스템의 보상은 더 좋은 획득 자체가 아니라, 손실로 느껴지는 결과를 정리 가능한 결과로 바꾸는 데 있다.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UX / 플로우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화면은 한 단계의 행동과 상태 변화를 담당한다.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36192"/>
          <a:ext cx="105613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880360"/>
                <a:gridCol w="182880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/ 상태 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소환, 보유 보석, 확정 관리, 영웅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/ 버튼 클릭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진입, 재화 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10장, 재소환, 닫기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재소환 / 닫기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결과 생성 또는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원본/후보 슬롯, 전환기, 재선택/최종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슬롯 선택 / 재선택 / 최종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개방, 완료, 행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영웅 인벤토리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카드 목록, 수량, 내부 스크롤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스크롤 / 닫기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보유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종료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및 재화 규칙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상태값과 재화 소모 규칙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상태값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4447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재화 규칙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00784"/>
          <a:ext cx="4937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71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ownedCounts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용병별 누적 보유 수량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pendingRows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대기 행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lastSummonResults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10회 소환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보유량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tokenBalance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보유량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completionState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팝업 표시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00784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2000 소모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재소환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2000 소모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증가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버튼 1회당 5000 증가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증가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버튼 1회당 10 증가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비활성화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부족 시 소환, 전환기 부족 시 재선택 비활성화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41248" y="5047488"/>
            <a:ext cx="10287000" cy="786384"/>
          </a:xfrm>
          <a:prstGeom prst="roundRect">
            <a:avLst>
              <a:gd name="adj" fmla="val 6977"/>
            </a:avLst>
          </a:prstGeom>
          <a:solidFill>
            <a:srgbClr val="E8F1FF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87552" y="5157216"/>
            <a:ext cx="10012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87552" y="5376672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보유량은 우측 상단에, 소비 비용은 버튼 내부에 노출해 '소비'와 '보유'를 분리 인지시키는 것이 원칙이다.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상태와 결과 처리 기준을 문서 안에서 고정한다.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536192"/>
          <a:ext cx="10469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8321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정책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미획득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목록 추가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항목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상태 문구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부족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화면/결과 팝업의 10회 소환 버튼 비활성화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부족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버튼 비활성화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미보유 용병 획득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배지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용병 획득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배지 미표시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 경과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현재는 정적 UX 문구만 존재, 실제 자동 발송 기능은 미구현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연속 소환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결과는 이미 반영된 상태로 유지하고, 새 결과로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검증 관점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목표 SSR 할인보다, 손실 체감 완화와 과금 지속 의사 유지다.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534924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시스템은 원하는 SSR을 싸게 주는 장치가 아니다.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SSR이 즉시 손실로 끝나지 않고, 후속 선택 기회로 전환된다는 점이 핵심 가치다.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검증도 '기대 비용 효율'과 '체감 가치 효율'을 함께 봐야 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질문은 효율이 얼마나 오르는가보다, 과금 체감이 어디까지 무너지지 않게 막는가에 가깝다.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55648"/>
          <a:ext cx="473659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63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비용 효율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SSR 1종 목표 시 기대 소환량/기대 재화가 얼마나 달라지는가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체감 가치 효율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SSR이 즉시 손실이 아니라 후속 선택 기회로 인식되는가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효율 개선 폭이 직접 소환 가치보다 과도하게 커지지는 않는가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9536" y="5029200"/>
            <a:ext cx="10195560" cy="768096"/>
          </a:xfrm>
          <a:prstGeom prst="roundRect">
            <a:avLst>
              <a:gd name="adj" fmla="val 7143"/>
            </a:avLst>
          </a:prstGeom>
          <a:solidFill>
            <a:srgbClr val="FFF6E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5138928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해석 기준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5840" y="5358384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검증은 '시스템이 강한가'보다 '손실 완화 장치로서 적정한가'를 보는 데 목적이 있다.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성공 기준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완화 장치가 직접 획득 구조를 침범하지 않도록 균형을 본다.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4447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판단 지표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737360"/>
            <a:ext cx="50749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유입 빈도가 높으면 확정 관리가 관리 피로 요소로 느껴질 수 있다.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 효율이 직접 획득보다 높게 보이면 소환 가치가 흔들릴 수 있다.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 체감이 약하면 손실 완화 장치로 기능하지 못한다.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상태가 오래 누적되면 구제 장치가 아니라 미처리 보관함처럼 느껴질 수 있다.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55648"/>
          <a:ext cx="4846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진입률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결과 이후 후속 행동이 실제로 발생하는가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클릭률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이후 관리 화면으로 넘어가는 비율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사용률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소비와 후보 개방이 실제 활용되는가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완료율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행이 방치되지 않고 정리되는가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행동 구간이 피로를 만들지는 않는가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반영 범위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구현은 흐름 검증용 세팅이며, 서비스 수치 고정 문서가 아니다.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1019556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프로토타입은 소환, 결과 팝업, 확정 관리, 영웅 인벤토리의 흐름 검증을 우선한다.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구성 수, 확률, 초기 보유량, 시작 재화는 테스트용 세팅이며 시스템 본문 규칙으로 고정하지 않는다.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용병 자산과 UI 자산은 임시 매핑 또는 교체 예정 상태다.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48시간 문구는 현재 UX 표현만 존재하고, 실제 만료 자동 처리 기능은 미구현 상태다.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407408"/>
          <a:ext cx="10149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반영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소환, 결과 즉시 반영, SSR 확정 관리 유입, 재선택, 영웅 인벤토리, 보석/전환기 증감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반영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 UX, 일부 자산 품질, 임시 수치 세팅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만료 자동 발송, 라이브 밸런스 확정, 최종 자산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시스템의 가치는 희귀 결과를 더 싸게 주는 데 있지 않다.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170432"/>
            <a:ext cx="109270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996696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시스템은 직접 획득 구조를 대체하지 않는다.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중복 SSR이 즉시 손실로 끝나는 경험을 완화하고, 결과 이후에도 유저가 한 번 더 의미 있는 의사결정을 하게 만든다.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즉, 이 시스템의 핵심은 효율 극대화가 아니라 과금 효율 체감 붕괴를 완충하는 데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112" y="3977640"/>
            <a:ext cx="10149840" cy="1005840"/>
          </a:xfrm>
          <a:prstGeom prst="roundRect">
            <a:avLst>
              <a:gd name="adj" fmla="val 5455"/>
            </a:avLst>
          </a:prstGeom>
          <a:solidFill>
            <a:srgbClr val="E8F1FF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408736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한 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2416" y="4306824"/>
            <a:ext cx="9875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시스템은 원하는 SSR을 싸게 주는 장치가 아니라, 수집 후반부에 운 요소로 무너지는 과금 체감을 완충하는 결과 정리 시스템이다.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292840" y="641908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7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소환 재선택 시스템</dc:title>
  <dc:subject>소환 재선택 시스템</dc:subject>
  <dc:creator>OpenAI Codex</dc:creator>
  <cp:lastModifiedBy>OpenAI Codex</cp:lastModifiedBy>
  <cp:revision>1</cp:revision>
  <dcterms:created xsi:type="dcterms:W3CDTF">2026-05-01T07:18:01Z</dcterms:created>
  <dcterms:modified xsi:type="dcterms:W3CDTF">2026-05-01T07:18:01Z</dcterms:modified>
</cp:coreProperties>
</file>