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0515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재선택 시스템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896112" y="178308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SSR 손실 체감을 완화하고, 소환 결과 이후의 후속 선택 행동을 연결하는 보정 시스템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96112" y="2971800"/>
            <a:ext cx="6400800" cy="713232"/>
          </a:xfrm>
          <a:prstGeom prst="rect">
            <a:avLst/>
          </a:prstGeom>
          <a:solidFill>
            <a:srgbClr val="F3F3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081528"/>
            <a:ext cx="6181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획득 구조를 대체하지 않고, 소환 결과가 즉시 손실로 끝나지 않도록 정리 가능한 결과로 전환하는 데 목적이 있다.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" y="56509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실무형 기획서 초안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38251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개요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38251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29844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시스템은 원하는 SSR을 쉽게 주는 기능이 아니라, 수집 후반부에 무너지는 과금 효율 체감을 완충하는 장치다.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1920240"/>
            <a:ext cx="1014984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결과는 먼저 체감하게 하고, 중복 SSR은 후속 선택 대상으로 전환한다.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획득 가치와 후속 보정 가치를 분리해, 메인 가챠의 역할은 유지한다.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유저가 결과 확인 이후에도 다음 행동을 할 이유를 남기는 구조를 만든다.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41248" y="3977640"/>
            <a:ext cx="1870862" cy="749808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197096"/>
            <a:ext cx="17245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10회 소환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39542" y="4178808"/>
            <a:ext cx="91440" cy="310896"/>
          </a:xfrm>
          <a:prstGeom prst="chevron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6702" y="3977640"/>
            <a:ext cx="187086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9854" y="4197096"/>
            <a:ext cx="17245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확인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74997" y="4178808"/>
            <a:ext cx="91440" cy="310896"/>
          </a:xfrm>
          <a:prstGeom prst="chevron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2157" y="3977640"/>
            <a:ext cx="187086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5309" y="4197096"/>
            <a:ext cx="17245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관리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0451" y="4178808"/>
            <a:ext cx="91440" cy="310896"/>
          </a:xfrm>
          <a:prstGeom prst="chevron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7611" y="3977640"/>
            <a:ext cx="187086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20763" y="4197096"/>
            <a:ext cx="17245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재선택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45906" y="4178808"/>
            <a:ext cx="91440" cy="310896"/>
          </a:xfrm>
          <a:prstGeom prst="chevron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83066" y="3977640"/>
            <a:ext cx="187086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6218" y="4197096"/>
            <a:ext cx="17245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반영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문제 정의 1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38251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29844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SSR은 고등급 보상임에도, 수집 후반부에는 성장보다 손실에 가까운 결과로 읽히기 쉽다.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011680"/>
          <a:ext cx="7406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2120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 체감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미보유 SSR 획득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성장과 수집 진척으로 받아들여진다.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SSR 획득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보상보다 낭비로 인식될 가능성이 높다.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누적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고등급 결과임에도 기대감보다 피로가 커질 수 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2011680"/>
            <a:ext cx="7406640" cy="658368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4956048"/>
            <a:ext cx="7406640" cy="658368"/>
          </a:xfrm>
          <a:prstGeom prst="rect">
            <a:avLst/>
          </a:prstGeom>
          <a:solidFill>
            <a:srgbClr val="F3F3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5065776"/>
            <a:ext cx="7187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 핵심은 등급이 낮아서가 아니라, 이미 가진 고등급 결과가 다음 행동으로 연결되지 않는다는 점이다.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문제 정의 2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38251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29844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미보유 슬롯이 줄어들수록 원하는 결과를 얻기 위한 비용은 올라가고, 운 요소는 과금 효율 체감을 더 빠르게 무너뜨린다.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1956816"/>
            <a:ext cx="502920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수집이 진행될수록 목표 결과를 얻기 위한 시도 횟수는 점점 늘어난다.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구간에서 중복 SSR이 반복되면 더 써도 안 나온다는 감각이 강해진다.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결과적으로 유저는 과금 지속보다 소환 중단 또는 이탈을 선택할 수 있다.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011680"/>
          <a:ext cx="47548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918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체감 변화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대부분의 고등급 결과가 가치 있게 느껴진다.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 중복이 발생하지만 성장 가치가 남아 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미보유 슬롯이 줄며 중복이 과금 효율을 크게 훼손한다.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2011680"/>
            <a:ext cx="4754880" cy="658368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게임 전체 맥락에서의 역할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38251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29844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재선택 시스템은 소환 자체를 대체하지 않고, 소환 결과의 감정 경험을 후속 행동으로 연결하는 메인 루프 보정 장치다.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93392"/>
          <a:ext cx="10168128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657600"/>
                <a:gridCol w="498348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역할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 체감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획득 경험 제공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기대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팝업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획득 결과를 먼저 체감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가치 확인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SSR을 후속 선택 대상으로 전환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손실 완화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영웅 인벤토리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누적 획득 상태를 확인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축적감 강화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1993392"/>
            <a:ext cx="10168128" cy="603504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핵심 구조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38251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29844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결과는 즉시 반영되고, 그중 SSR만 확정 관리에 유입되며, 최종 선택 단계에서 보유 상태가 다시 정리된다.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" y="2148840"/>
            <a:ext cx="1870862" cy="749808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68296"/>
            <a:ext cx="17245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10회 소환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39542" y="2350008"/>
            <a:ext cx="91440" cy="310896"/>
          </a:xfrm>
          <a:prstGeom prst="chevron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76702" y="2148840"/>
            <a:ext cx="187086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9854" y="2368296"/>
            <a:ext cx="17245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즉시 반영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74997" y="2350008"/>
            <a:ext cx="91440" cy="310896"/>
          </a:xfrm>
          <a:prstGeom prst="chevron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2157" y="2148840"/>
            <a:ext cx="187086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5309" y="2368296"/>
            <a:ext cx="17245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SSR 대기 유입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0451" y="2350008"/>
            <a:ext cx="91440" cy="310896"/>
          </a:xfrm>
          <a:prstGeom prst="chevron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7611" y="2148840"/>
            <a:ext cx="187086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0763" y="2368296"/>
            <a:ext cx="17245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재선택 진행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45906" y="2350008"/>
            <a:ext cx="91440" cy="310896"/>
          </a:xfrm>
          <a:prstGeom prst="chevron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83066" y="2148840"/>
            <a:ext cx="187086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6218" y="2368296"/>
            <a:ext cx="17245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선택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1248" y="3886200"/>
            <a:ext cx="10012680" cy="621792"/>
          </a:xfrm>
          <a:prstGeom prst="rect">
            <a:avLst/>
          </a:prstGeom>
          <a:solidFill>
            <a:srgbClr val="F3F3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3995928"/>
            <a:ext cx="9793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재선택은 독립적인 획득 수단이 아니라, 소환 결과 이후에만 가치가 생기는 후속 정리 단계다.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4663440"/>
          <a:ext cx="6583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8463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변화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 실행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보석 차감, 결과 생성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반영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보유량 즉시 반영, SSR 대기 생성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재선택 진행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개방, 원본/후보 중 선택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정리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보유량 갱신, 대기 항목 제거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841248" y="4663440"/>
            <a:ext cx="6583680" cy="530352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핵심 규칙 1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38251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29844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획득의 가치와 후속 보정의 가치를 분리하기 위해, SSR 유입과 원본 유지 규칙을 먼저 고정한다.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56816"/>
          <a:ext cx="101498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82296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SSR 유입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 결과 중 SSR은 즉시 확정 관리 대기 리스트에 추가된다.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반영 시점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팝업 확인 이전에 보유 현황에 즉시 반영된다.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유지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재선택 중에는 원본 SSR을 항상 유지한다.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구조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외 후보 슬롯 2개를 순차 개방한다.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1956816"/>
            <a:ext cx="10149840" cy="640080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핵심 규칙 2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38251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29844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재선택의 비용과 최종 보유 반영 방식은 손실 완화는 하되 직접 획득 가치를 침식하지 않도록 설계한다.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56816"/>
          <a:ext cx="101498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82296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재선택 비용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재선택 1회당 전환기 1개를 소모한다.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선택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또는 후보 중 하나를 최종 선택한다.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보유량 반영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외 후보 선택 시 원본 -1, 선택 대상 +1로 반영한다.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제거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선택 완료 후 해당 대기 항목을 리스트에서 제거한다.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1956816"/>
            <a:ext cx="10149840" cy="640080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화면별 UX / 플로우 1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38251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29844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화면과 결과 팝업은 결과를 먼저 체감시키고, 후속 행동으로 이어질 수 있는 입구를 만드는 역할을 맡는다.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93392"/>
          <a:ext cx="10168128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46120"/>
                <a:gridCol w="1737360"/>
                <a:gridCol w="3813048"/>
              </a:tblGrid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요소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/ 상태 변화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10회 소환, 보유 보석, 확정 관리, 영웅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 / 버튼 클릭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팝업 진입, 보석 갱신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팝업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카드 10장, 10회 소환, 닫기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재소환 / 닫기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결과 생성 또는 팝업 종료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1993392"/>
            <a:ext cx="10168128" cy="786384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화면별 UX / 플로우 2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38251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29844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관리, 영웅 인벤토리, 완료 팝업은 결과를 정리하고 누적 상태를 확인하는 후속 관리 역할을 맡는다.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38528"/>
          <a:ext cx="1016812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46120"/>
                <a:gridCol w="1874520"/>
                <a:gridCol w="3584448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요소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/ 상태 변화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 팝업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원본/후보 슬롯, 전환기, 재선택, 최종 선택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슬롯 선택 / 재선택 / 최종 선택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개방, 완료 팝업, 항목 제거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영웅 보유 현황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카드 목록, 중복 수량, 내부 스크롤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스크롤 / 닫기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누적 보유 확인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팝업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선택 결과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9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종료</a:t>
                      </a:r>
                      <a:endParaRPr lang="en-US" sz="9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1938528"/>
            <a:ext cx="10168128" cy="640080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데이터 상태 구조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38251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29844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결과, 대기 상태, 보유 상태, 재화 상태는 각 화면의 버튼 동작을 연결하는 공통 상태값으로 관리한다.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93392"/>
          <a:ext cx="658368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4709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ownedCounts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용병별 누적 보유 수량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pendingRows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 대기 항목 목록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lastSummonResults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 10회 소환 결과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gemBalance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보석 보유량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tokenBalance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전환기 보유량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completionState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팝업 표시 대상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1993392"/>
            <a:ext cx="6583680" cy="566928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5029200"/>
            <a:ext cx="10012680" cy="658368"/>
          </a:xfrm>
          <a:prstGeom prst="rect">
            <a:avLst/>
          </a:prstGeom>
          <a:solidFill>
            <a:srgbClr val="F3F3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5138928"/>
            <a:ext cx="9793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보유량은 우측 상단, 소비 비용은 버튼 내부에 배치해 '현재 보유'와 '이번 소모'를 분리 인지시키는 UI 정책을 함께 유지한다.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데이터 및 재화 규칙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38251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29844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보석은 메인 소환 재화, 전환기는 재선택 보조 재화로 분리해 직접 획득과 후속 보정의 비용 구조를 구분한다.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75104"/>
          <a:ext cx="10149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81838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10회 소환 비용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보석 2000 소모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팝업 재소환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보석 2000 소모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보석 증가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버튼 1회당 5000 증가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전환기 증가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버튼 1회당 10 증가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비활성화 조건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보석 부족 시 소환 비활성화, 전환기 부족 시 재선택 비활성화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1975104"/>
            <a:ext cx="10149840" cy="640080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예외 처리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38251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29844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상태, 재화 부족, 정적 만료 UX와 같은 예외는 화면별 해석 차이가 없도록 문서 안에서 고정 규칙으로 정리한다.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901952"/>
          <a:ext cx="1024128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27532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정책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SSR 미획득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 항목이 생성되지 않는다.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 항목 없음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상태 문구를 표시한다.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보석 부족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 화면과 결과 팝업의 10회 소환 버튼을 비활성화한다.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전환기 부족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재선택 버튼을 비활성화한다.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미보유 용병 획득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NEW 배지를 표시한다.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용병 획득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NEW 배지를 표시하지 않는다.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48시간 경과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현재는 정적 UX 문구만 존재하며, 실제 자동 발송 기능은 미구현이다.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팝업 재소환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이전 결과는 이미 반영된 상태로 유지하고, 새 결과로 교체한다.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04672" y="1901952"/>
            <a:ext cx="10241280" cy="521208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효율 검증 관점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38251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29844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목표 SSR 1종 접근성보다, 중복 SSR이 실제로 손실이 아니라 후속 선택 기회로 체감되는지 확인하는 데 있다.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93392"/>
          <a:ext cx="10149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50392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축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질문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 비용 효율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SSR 1종 기준으로 기대 소환량과 기대 재화 소모량이 어떻게 달라지는가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체감 가치 효율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SSR이 즉시 손실이 아니라 후속 선택 기회로 받아들여지는가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효율 통제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재선택 가치가 직접 소환 가치보다 과도하게 커지지는 않는가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1993392"/>
            <a:ext cx="10149840" cy="694944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5074920"/>
            <a:ext cx="10149840" cy="640080"/>
          </a:xfrm>
          <a:prstGeom prst="rect">
            <a:avLst/>
          </a:prstGeom>
          <a:solidFill>
            <a:srgbClr val="F3F3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5184648"/>
            <a:ext cx="9930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 분석의 목적은 시스템이 강한가를 보는 것이 아니라, 손실 완화 장치로서 적정한가를 보는 데 있다.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리스크 및 성공 기준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38251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29844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재선택은 손실 완화 장치여야 하며, 직접 획득 구조를 밀어내는 우회 획득 장치처럼 보이면 안 된다.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38528"/>
          <a:ext cx="101498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412480"/>
              </a:tblGrid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리스크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SSR 유입 빈도가 지나치게 높아 관리 피로가 생기거나, 재선택 가치가 직접 소환 가치보다 높게 인식될 수 있다.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성공 판단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SSR 결과 이후 후속 행동이 실제로 발생하고, 확정 관리가 방치 UI가 아니라 결과 정리 장치로 기능해야 한다.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지표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 진입률, 클릭률, 재선택 사용률, 최종 선택 완료율, 재선택 이후 이탈률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1938528"/>
            <a:ext cx="10149840" cy="804672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프로토타입 반영 범위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0" y="638251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29844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프로토타입은 흐름 검증용 세팅이며, 서비스 수치를 고정한 문서가 아니라 구조와 경험 방향을 확인하기 위한 단계다.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029968"/>
          <a:ext cx="10149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2296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반영 상태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소환, 결과 즉시 반영, SSR 확정 관리 유입, 재선택, 영웅 인벤토리, 보석/전환기 증감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반영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48시간 UX, 일부 자산 교체, 테스트용 임시 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미구현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만료 자동 발송, 라이브 밸런스 고정, 최종 자산 교체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2029968"/>
            <a:ext cx="10149840" cy="713232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5010912"/>
            <a:ext cx="10149840" cy="658368"/>
          </a:xfrm>
          <a:prstGeom prst="rect">
            <a:avLst/>
          </a:prstGeom>
          <a:solidFill>
            <a:srgbClr val="F3F3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5120640"/>
            <a:ext cx="9930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테스트용 상세 수치와 계산 가정은 내부 참고 문서에서 관리하며, 본문은 시스템 구조와 의도를 설명하는 데 집중한다.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소환 재선택 시스템</dc:title>
  <dc:subject>소환 재선택 시스템</dc:subject>
  <dc:creator>OpenAI Codex</dc:creator>
  <cp:lastModifiedBy>OpenAI Codex</cp:lastModifiedBy>
  <cp:revision>1</cp:revision>
  <dcterms:created xsi:type="dcterms:W3CDTF">2026-05-01T13:48:27Z</dcterms:created>
  <dcterms:modified xsi:type="dcterms:W3CDTF">2026-05-01T13:48:27Z</dcterms:modified>
</cp:coreProperties>
</file>