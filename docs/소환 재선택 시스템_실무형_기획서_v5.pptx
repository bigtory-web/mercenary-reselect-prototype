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96112" y="987552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96112" y="171907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 손실 체감을 완화하고, 수집 후반부에 무너지는 과금 효율 체감을 완충하기 위한 후속 선택 시스템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6112" y="2880360"/>
            <a:ext cx="6537960" cy="658368"/>
          </a:xfrm>
          <a:prstGeom prst="rect">
            <a:avLst/>
          </a:prstGeom>
          <a:solidFill>
            <a:srgbClr val="F1F1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90088"/>
            <a:ext cx="6318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실무형 기획서 기준 초안. 개발자가 플레이 흐름과 구현 순서를 바로 읽을 수 있도록 정리한다.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896112" y="56875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 기획서 v5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시스템 개요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재선택 시스템은 10회 소환 결과 이후에 동작하며, 중복 SSR 결과를 후속 선택 기회로 전환하는 장치다.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874520"/>
            <a:ext cx="99669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획득은 10회 소환 결과를 통해 발생한다.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재선택은 중복 SSR이 즉시 손실로 끝나지 않도록 결과 이후의 정리 단계를 제공한다.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목적은 수집 후반부에 반복적으로 발생하는 손실 체감과 과금 효율 붕괴를 완충하는 것이다.</a:t>
            </a:r>
            <a:endParaRPr lang="en-US" sz="103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749040"/>
          <a:ext cx="9966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36676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획득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결과에서 용병을 획득하는 기본 구조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SSR을 확정 관리로 넘겨 후속 선택 기회를 만든다.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또는 후보 중 1개를 확정해 보유 결과를 정리한다.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749040"/>
            <a:ext cx="9966960" cy="65836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3858768"/>
            <a:ext cx="1527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78024" y="3858768"/>
            <a:ext cx="8293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문제 정의 및 기대 효과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진행될수록 중복 SSR은 보상보다 손실에 가깝게 읽히고, 운 요소 때문에 과금 효율 체감이 빠르게 약해진다.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847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103120"/>
            <a:ext cx="493776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미보유 슬롯이 줄어들수록 원하는 결과를 얻기 위한 시도 비용이 빠르게 높아진다.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SSR이 반복되면 고등급 결과 자체가 기대보다 실망으로 읽히기 쉽다.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 이후 이어지는 행동이 없으면 뽑기 경험이 바로 종료된다.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144768" y="1847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44768" y="2103120"/>
            <a:ext cx="470916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SSR 결과를 손실이 아닌 정리 가능한 결과로 전환한다.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후반부에도 뽑기 지속 동기가 완전히 붕괴되지 않도록 완충한다.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결과 이후에 확정 관리라는 후속 행동을 만든다.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41248" y="4617720"/>
            <a:ext cx="10012680" cy="658368"/>
          </a:xfrm>
          <a:prstGeom prst="rect">
            <a:avLst/>
          </a:prstGeom>
          <a:solidFill>
            <a:srgbClr val="F1F1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727448"/>
            <a:ext cx="9793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시스템의 목표는 원하는 SSR을 쉽게 주는 것이 아니라, 중복 결과가 누적될수록 커지는 손실 체감을 관리 가능한 수준으로 낮추는 데 있다.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전체 플레이 흐름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기준 흐름은 `10회 소환 → 결과 노출 → 즉시 반영 → SSR 대기 유입 → 재선택 → 최종 선택` 순서로 고정한다.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소환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430780" y="2240280"/>
            <a:ext cx="73152" cy="256032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1364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4516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노출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120896" y="2240280"/>
            <a:ext cx="73152" cy="256032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1480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4632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보유량 반영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811012" y="2240280"/>
            <a:ext cx="73152" cy="256032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11596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4748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SSR 대기 유입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501128" y="2240280"/>
            <a:ext cx="73152" cy="256032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1712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4864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재선택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9191244" y="2240280"/>
            <a:ext cx="73152" cy="256032"/>
          </a:xfrm>
          <a:prstGeom prst="chevron">
            <a:avLst/>
          </a:prstGeom>
          <a:solidFill>
            <a:srgbClr val="1E2D4A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1828" y="2011680"/>
            <a:ext cx="156210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4980" y="2221992"/>
            <a:ext cx="14157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선택</a:t>
            </a:r>
            <a:endParaRPr lang="en-US" sz="97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246120"/>
          <a:ext cx="100126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2971800"/>
                <a:gridCol w="37947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행동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처리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버튼 클릭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차감 후 결과 10개 생성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 감소, lastSummonResults 생성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노출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확인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목록 표시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 열림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반영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확인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 용병 보유량 반영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ownedCounts 증가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유입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포함 결과 확인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SSR을 대기 행으로 추가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pendingRows 증가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재선택/최종 선택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열기, 대상 확정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차감, 필요 시 보유량 재조정, 대기 행 제거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tokenBalance/ownedCounts/pendingRows 변경</a:t>
                      </a:r>
                      <a:endParaRPr lang="en-US" sz="94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841248" y="3246120"/>
            <a:ext cx="10012680" cy="493776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7824" y="3355848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2112264" y="335584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행동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4123944" y="3355848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처리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7095744" y="3355848"/>
            <a:ext cx="3721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화면 구성 및 구현 흐름 1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 화면과 결과 팝업은 결과를 먼저 체감하게 한 뒤, 즉시 반영된 상태에서 다음 행동을 선택하게 만드는 구간이다.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38528"/>
          <a:ext cx="10104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1325880"/>
                <a:gridCol w="3154680"/>
                <a:gridCol w="2240280"/>
              </a:tblGrid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정보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동작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보석, 확정 관리 진입, 영웅 인벤토리, 10회 소환 버튼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/ 보석 추가 / 메뉴 진입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클릭 시 보석 2000 차감 후 결과 10개를 생성하고 결과 팝업을 연다.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 감소, lastSummonResults 생성, 결과 팝업 열림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10회 결과, 보유 보석, 추가 소환 버튼, 닫기 버튼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소환 / 보석 추가 / 닫기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소환 클릭 시 팝업을 닫지 않고 새 결과를 생성한다. 생성 직후 보유량 반영과 SSR 대기 행 추가를 수행한 뒤 결과 목록을 교체한다.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 감소, lastSummonResults 교체, ownedCounts 누적, pendingRows 누적</a:t>
                      </a:r>
                      <a:endParaRPr lang="en-US" sz="9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38528"/>
            <a:ext cx="10104120" cy="89611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48256"/>
            <a:ext cx="1161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화면명</a:t>
            </a:r>
            <a:endParaRPr lang="en-US" sz="930" dirty="0"/>
          </a:p>
        </p:txBody>
      </p:sp>
      <p:sp>
        <p:nvSpPr>
          <p:cNvPr id="10" name="Text 7"/>
          <p:cNvSpPr/>
          <p:nvPr/>
        </p:nvSpPr>
        <p:spPr>
          <a:xfrm>
            <a:off x="2112264" y="2048256"/>
            <a:ext cx="2075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정보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>
            <a:off x="4261104" y="2048256"/>
            <a:ext cx="1252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30" dirty="0"/>
          </a:p>
        </p:txBody>
      </p:sp>
      <p:sp>
        <p:nvSpPr>
          <p:cNvPr id="12" name="Text 9"/>
          <p:cNvSpPr/>
          <p:nvPr/>
        </p:nvSpPr>
        <p:spPr>
          <a:xfrm>
            <a:off x="5586984" y="2048256"/>
            <a:ext cx="3081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동작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8741664" y="2048256"/>
            <a:ext cx="2167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화면 구성 및 구현 흐름 2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관리 팝업은 중복 SSR을 정리하는 구현 핵심 화면이며, 인벤토리와 완료 팝업은 결과 상태를 확인하는 보조 화면이다.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38528"/>
          <a:ext cx="10104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57400"/>
                <a:gridCol w="1325880"/>
                <a:gridCol w="3246120"/>
                <a:gridCol w="2240280"/>
              </a:tblGrid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정보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동작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팝업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행 목록, 전환기 수량, 후보 슬롯, 최종 선택 버튼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/ 후보 선택 / 최종 선택 / 전환기 추가 / 닫기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클릭 시 전환기 1 차감 후 다음 후보 슬롯을 연다. 최종 선택 클릭 시 선택 대상을 확정하고 필요 시 원본/후보 보유량을 재조정한 뒤 완료 팝업을 연다.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 감소, row.opened 증가, row.selectedId 변경, ownedCounts 조정, pendingRows 제거 예정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보유 현황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용병 목록, 보유량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스크롤 / 닫기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목록만 확인한다.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변화 없음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팝업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대상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클릭 시 완료 팝업을 닫고 확정 관리 목록에서 해당 행이 제거된 상태를 유지한다.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completionState 초기화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38528"/>
            <a:ext cx="10104120" cy="877824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48256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화면명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2112264" y="2048256"/>
            <a:ext cx="198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정보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169664" y="2048256"/>
            <a:ext cx="125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5495544" y="2048256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 동작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741664" y="2048256"/>
            <a:ext cx="2167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변화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핵심 규칙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규칙은 `누가 확정 관리로 들어가는가`, `후보가 어떻게 열리는가`, `최종 선택이 어떤 의미를 가지는가`를 고정한다.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56816"/>
          <a:ext cx="100584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1838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유입 규칙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결과 중 SSR은 수량과 관계없이 즉시 확정 관리 대기 행으로 추가한다.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유지형 재선택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SSR은 재선택 중에도 유지되며, 후보 슬롯은 재선택 실행에 따라 순차적으로 열린다.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방식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또는 열린 후보 중 1개를 최종 선택한다.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팝업의 역할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8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팝업은 확정 단계가 아니라 이미 반영된 결과를 확인하고 연속 소환 여부를 결정하는 단계다.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56816"/>
            <a:ext cx="10058400" cy="71323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66544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2752344" y="2066544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데이터 및 재화 규칙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상태값과 재화는 소환 실행, 재선택 실행, 최종 선택 시점에만 변하고, 버튼 비활성화 조건은 재화 부족 여부로 고정한다.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20240"/>
          <a:ext cx="10149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240280"/>
                <a:gridCol w="2834640"/>
                <a:gridCol w="2240280"/>
                <a:gridCol w="141732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증가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감소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위치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비활성화 조건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클릭 시 5000 증가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 또는 추가 소환 1회당 2000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화면 우측 상단, 결과 팝업 우측 상단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 &lt; 2000이면 소환 버튼 비활성화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버튼 클릭 시 10 증가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1회당 1 감소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팝업 헤더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 = 0이면 재선택 버튼 비활성화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결과 확인 시 즉시 증가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시 원본 외 대상을 선택했다면 원본 1 감소, 선택 대상 1 증가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영웅 보유 현황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행 목록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결과 중 SSR 발생 시 즉시 추가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선택 완료 후 해당 행 제거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팝업 본문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목록이 비면 빈 상태 UI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20240"/>
            <a:ext cx="10149840" cy="768096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29968"/>
            <a:ext cx="1344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95144" y="2029968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 조건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35424" y="2029968"/>
            <a:ext cx="2761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 조건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70064" y="2029968"/>
            <a:ext cx="2167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위치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610344" y="2029968"/>
            <a:ext cx="1344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비활성화 조건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예외 처리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처리는 빈 상태, 재화 부족, 미획득 상태 표기, 정적 UX 정책을 일관된 기준으로 처리해야 개발 해석 차이를 줄일 수 있다.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01952"/>
          <a:ext cx="100584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48840"/>
                <a:gridCol w="2880360"/>
                <a:gridCol w="3611880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발생 조건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처리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처리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미획득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10개 중 SSR 없음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팝업만 표시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pendingRows 변화 없음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항목 없음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행 0개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상태 문구 표시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닫기만 가능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보석 부족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gemBalance &lt; 2000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메인/결과 팝업 소환 버튼 비활성화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소환 실행 차단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전환기 부족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tokenBalance = 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버튼 비활성화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슬롯 추가 오픈 차단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표기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ownedCounts[target] = 0 상태에서 획득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NEW 배지 표시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 후 보유량 증가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정책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프로토타입 기준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48시간 남음, 자동 발송 안내 문구만 표시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만료/자동 발송 로직 없음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01952"/>
            <a:ext cx="10058400" cy="676656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011680"/>
            <a:ext cx="1344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2295144" y="201168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조건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443984" y="2011680"/>
            <a:ext cx="2807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처리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7324344" y="2011680"/>
            <a:ext cx="3538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처리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효율 검증 관점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 검증의 중심은 특정 SSR 접근성보다, 중복 SSR이 누적될수록 커지는 손실 체감을 실제로 얼마나 완화하는가에 있다.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10149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160520"/>
                <a:gridCol w="429768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질문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비용 효율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목표를 달성하기까지 필요한 평균 소환량과 재화가 줄어드는가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절감보다 과도한 가치 상승 여부를 함께 본다.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체감 가치 효율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SSR이 즉시 손실이 아니라 후속 선택 기회로 인식되는가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진입과 재선택 사용으로 연결되는지 본다.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효율 통제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재선택 가치가 직접 소환보다 강하게 읽히지 않는가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보정 장치로 기능하는 수준에서 멈추는지 본다.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10149840" cy="74980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103120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축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69464" y="2103120"/>
            <a:ext cx="4087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29984" y="2103120"/>
            <a:ext cx="42245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기준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리스크 및 성공 기준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시스템은 손실을 완화해야 하지만, 직접 소환보다 더 강한 가치로 읽히거나 관리 피로를 만드는 순간 오히려 본래 목적에서 벗어난다.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99669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36676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리스크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가치가 직접 소환 가치보다 크게 느껴질 수 있다. 대기 행이 과도하게 누적되면 관리 피로가 생길 수 있다.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성공 기준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SSR 결과 이후 확정 관리 진입과 최종 선택 완료가 실제 후속 행동으로 이어져야 한다.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지표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관리 진입률, 재선택 사용률, 최종 선택 완료율을 우선 지표로 본다.</a:t>
                      </a:r>
                      <a:endParaRPr lang="en-US" sz="97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9966960" cy="804672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103120"/>
            <a:ext cx="1527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70" dirty="0"/>
          </a:p>
        </p:txBody>
      </p:sp>
      <p:sp>
        <p:nvSpPr>
          <p:cNvPr id="10" name="Text 7"/>
          <p:cNvSpPr/>
          <p:nvPr/>
        </p:nvSpPr>
        <p:spPr>
          <a:xfrm>
            <a:off x="2478024" y="2103120"/>
            <a:ext cx="8293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1594592" cy="6345936"/>
          </a:xfrm>
          <a:prstGeom prst="rect">
            <a:avLst/>
          </a:prstGeom>
          <a:solidFill>
            <a:srgbClr val="F7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754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프로토타입 반영 범위 및 참고 기준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051560"/>
            <a:ext cx="108813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641908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8096" y="1261872"/>
            <a:ext cx="10195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D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문서는 라이브 밸런스 확정 문서가 아니라, 프로토타입 구현과 검증 기준을 바탕으로 개발 흐름을 정리한 기획서다.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93392"/>
          <a:ext cx="9966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구현 범위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10회 소환, 결과 팝업, 결과 즉시 반영, SSR 확정 관리 유입, 전환기 기반 재선택, 영웅 보유 현황, 정적 48시간 UX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성격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수치와 자산 일부는 검증용 임시 세팅이며, 실제 서비스 확정 값이 아니다.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참고 문서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development-spec.md는 구현/테스트 참고, efficiency-analysis.md는 계산 근거 문서로 유지한다.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기준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2020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PPT와 system-planning-doc-v2.md를 현재 제출 기준으로 사용한다.</a:t>
                      </a:r>
                      <a:endParaRPr lang="en-US" sz="96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mid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" y="1993392"/>
            <a:ext cx="9966960" cy="749808"/>
          </a:xfrm>
          <a:prstGeom prst="rect">
            <a:avLst/>
          </a:prstGeom>
          <a:solidFill>
            <a:srgbClr val="E9EEF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10312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2615184" y="2103120"/>
            <a:ext cx="8156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0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소환 재선택 시스템</dc:title>
  <dc:subject>소환 재선택 시스템</dc:subject>
  <dc:creator>OpenAI Codex</dc:creator>
  <cp:lastModifiedBy>OpenAI Codex</cp:lastModifiedBy>
  <cp:revision>1</cp:revision>
  <dcterms:created xsi:type="dcterms:W3CDTF">2026-05-01T17:01:30Z</dcterms:created>
  <dcterms:modified xsi:type="dcterms:W3CDTF">2026-05-01T17:01:30Z</dcterms:modified>
</cp:coreProperties>
</file>